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slides/slide28.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2"/>
    <p:sldId id="257" r:id="rId3"/>
    <p:sldId id="258" r:id="rId4"/>
    <p:sldId id="263" r:id="rId5"/>
    <p:sldId id="281" r:id="rId6"/>
    <p:sldId id="275" r:id="rId7"/>
    <p:sldId id="259" r:id="rId8"/>
    <p:sldId id="260" r:id="rId9"/>
    <p:sldId id="266" r:id="rId10"/>
    <p:sldId id="261" r:id="rId11"/>
    <p:sldId id="262" r:id="rId12"/>
    <p:sldId id="264" r:id="rId13"/>
    <p:sldId id="282" r:id="rId14"/>
    <p:sldId id="267" r:id="rId15"/>
    <p:sldId id="268" r:id="rId16"/>
    <p:sldId id="269" r:id="rId17"/>
    <p:sldId id="284" r:id="rId36"/>
    <p:sldId id="283" r:id="rId18"/>
    <p:sldId id="270" r:id="rId19"/>
    <p:sldId id="271" r:id="rId20"/>
    <p:sldId id="279" r:id="rId21"/>
    <p:sldId id="273" r:id="rId22"/>
    <p:sldId id="278" r:id="rId23"/>
    <p:sldId id="274" r:id="rId24"/>
    <p:sldId id="276" r:id="rId25"/>
    <p:sldId id="280" r:id="rId26"/>
    <p:sldId id="277" r:id="rId27"/>
    <p:sldId id="265" r:id="rId2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00"/>
    <a:srgbClr val="8A6900"/>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C0B7B20-214A-427A-BC97-3418C9A9D118}" v="377" dt="2026-07-23T14:51:27.52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39" d="100"/>
          <a:sy n="39" d="100"/>
        </p:scale>
        <p:origin x="60" y="704"/>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35" Type="http://schemas.microsoft.com/office/2015/10/relationships/revisionInfo" Target="revisionInfo.xml"/><Relationship Id="rId8" Type="http://schemas.openxmlformats.org/officeDocument/2006/relationships/slide" Target="slides/slide7.xml"/>  <Relationship Id="rId36" Type="http://schemas.openxmlformats.org/officeDocument/2006/relationships/slide" Target="slides/slide28.xml"/>
</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uest User" providerId="Windows Live" clId="Web-{9015262E-8A91-E241-0A7F-C38643A739F4}"/>
    <pc:docChg chg="addSld modSld sldOrd">
      <pc:chgData name="Guest User" userId="" providerId="Windows Live" clId="Web-{9015262E-8A91-E241-0A7F-C38643A739F4}" dt="2026-07-22T00:58:33.197" v="5"/>
      <pc:docMkLst>
        <pc:docMk/>
      </pc:docMkLst>
      <pc:sldChg chg="modSp add replId">
        <pc:chgData name="Guest User" userId="" providerId="Windows Live" clId="Web-{9015262E-8A91-E241-0A7F-C38643A739F4}" dt="2026-07-22T00:53:34.709" v="3" actId="20577"/>
        <pc:sldMkLst>
          <pc:docMk/>
          <pc:sldMk cId="3725011000" sldId="270"/>
        </pc:sldMkLst>
        <pc:spChg chg="mod">
          <ac:chgData name="Guest User" userId="" providerId="Windows Live" clId="Web-{9015262E-8A91-E241-0A7F-C38643A739F4}" dt="2026-07-22T00:53:34.709" v="3" actId="20577"/>
          <ac:spMkLst>
            <pc:docMk/>
            <pc:sldMk cId="3725011000" sldId="270"/>
            <ac:spMk id="7" creationId="{56C589A8-D5E3-A6E5-DA25-D48A9066D967}"/>
          </ac:spMkLst>
        </pc:spChg>
      </pc:sldChg>
      <pc:sldChg chg="add ord replId">
        <pc:chgData name="Guest User" userId="" providerId="Windows Live" clId="Web-{9015262E-8A91-E241-0A7F-C38643A739F4}" dt="2026-07-22T00:58:33.197" v="5"/>
        <pc:sldMkLst>
          <pc:docMk/>
          <pc:sldMk cId="2356954314" sldId="271"/>
        </pc:sldMkLst>
      </pc:sldChg>
    </pc:docChg>
  </pc:docChgLst>
  <pc:docChgLst>
    <pc:chgData name="dary wishal" userId="1b26b81af995aed6" providerId="Windows Live" clId="Web-{5B85F0C4-E048-DDE9-4877-3813CE2F2218}"/>
    <pc:docChg chg="modSld">
      <pc:chgData name="dary wishal" userId="1b26b81af995aed6" providerId="Windows Live" clId="Web-{5B85F0C4-E048-DDE9-4877-3813CE2F2218}" dt="2026-07-22T02:33:30.297" v="210" actId="14100"/>
      <pc:docMkLst>
        <pc:docMk/>
      </pc:docMkLst>
      <pc:sldChg chg="modSp">
        <pc:chgData name="dary wishal" userId="1b26b81af995aed6" providerId="Windows Live" clId="Web-{5B85F0C4-E048-DDE9-4877-3813CE2F2218}" dt="2026-07-22T02:33:30.297" v="210" actId="14100"/>
        <pc:sldMkLst>
          <pc:docMk/>
          <pc:sldMk cId="3655722157" sldId="272"/>
        </pc:sldMkLst>
        <pc:spChg chg="mod">
          <ac:chgData name="dary wishal" userId="1b26b81af995aed6" providerId="Windows Live" clId="Web-{5B85F0C4-E048-DDE9-4877-3813CE2F2218}" dt="2026-07-22T02:30:54.791" v="123" actId="20577"/>
          <ac:spMkLst>
            <pc:docMk/>
            <pc:sldMk cId="3655722157" sldId="272"/>
            <ac:spMk id="13" creationId="{E0822997-EA15-A800-A8BC-21836458B48D}"/>
          </ac:spMkLst>
        </pc:spChg>
        <pc:spChg chg="mod">
          <ac:chgData name="dary wishal" userId="1b26b81af995aed6" providerId="Windows Live" clId="Web-{5B85F0C4-E048-DDE9-4877-3813CE2F2218}" dt="2026-07-22T02:32:48.265" v="192" actId="20577"/>
          <ac:spMkLst>
            <pc:docMk/>
            <pc:sldMk cId="3655722157" sldId="272"/>
            <ac:spMk id="15" creationId="{96A86B42-3EC1-DEA3-5D6D-A0779FE20AF1}"/>
          </ac:spMkLst>
        </pc:spChg>
        <pc:spChg chg="mod">
          <ac:chgData name="dary wishal" userId="1b26b81af995aed6" providerId="Windows Live" clId="Web-{5B85F0C4-E048-DDE9-4877-3813CE2F2218}" dt="2026-07-22T02:33:30.297" v="210" actId="14100"/>
          <ac:spMkLst>
            <pc:docMk/>
            <pc:sldMk cId="3655722157" sldId="272"/>
            <ac:spMk id="17" creationId="{BDAEB2C8-4C47-8501-9863-B18C51EF8F3B}"/>
          </ac:spMkLst>
        </pc:spChg>
      </pc:sldChg>
    </pc:docChg>
  </pc:docChgLst>
  <pc:docChgLst>
    <pc:chgData name="Guest User" providerId="Windows Live" clId="Web-{8A093189-7434-E704-86AD-C61059DE8FA5}"/>
    <pc:docChg chg="addSld modSld">
      <pc:chgData name="Guest User" userId="" providerId="Windows Live" clId="Web-{8A093189-7434-E704-86AD-C61059DE8FA5}" dt="2026-07-22T06:57:16.841" v="44" actId="20577"/>
      <pc:docMkLst>
        <pc:docMk/>
      </pc:docMkLst>
      <pc:sldChg chg="addSp delSp modSp add">
        <pc:chgData name="Guest User" userId="" providerId="Windows Live" clId="Web-{8A093189-7434-E704-86AD-C61059DE8FA5}" dt="2026-07-22T06:57:16.841" v="44" actId="20577"/>
        <pc:sldMkLst>
          <pc:docMk/>
          <pc:sldMk cId="3036990264" sldId="275"/>
        </pc:sldMkLst>
        <pc:spChg chg="mod">
          <ac:chgData name="Guest User" userId="" providerId="Windows Live" clId="Web-{8A093189-7434-E704-86AD-C61059DE8FA5}" dt="2026-07-22T06:44:45.698" v="10" actId="1076"/>
          <ac:spMkLst>
            <pc:docMk/>
            <pc:sldMk cId="3036990264" sldId="275"/>
            <ac:spMk id="2" creationId="{FF06E9EA-39C0-A296-E642-A4F904F97C06}"/>
          </ac:spMkLst>
        </pc:spChg>
        <pc:spChg chg="add del mod">
          <ac:chgData name="Guest User" userId="" providerId="Windows Live" clId="Web-{8A093189-7434-E704-86AD-C61059DE8FA5}" dt="2026-07-22T06:56:01.542" v="29" actId="20577"/>
          <ac:spMkLst>
            <pc:docMk/>
            <pc:sldMk cId="3036990264" sldId="275"/>
            <ac:spMk id="5" creationId="{F60C6EAD-A458-FFFA-657D-31510D7BFA7C}"/>
          </ac:spMkLst>
        </pc:spChg>
        <pc:spChg chg="mod">
          <ac:chgData name="Guest User" userId="" providerId="Windows Live" clId="Web-{8A093189-7434-E704-86AD-C61059DE8FA5}" dt="2026-07-22T06:55:36.916" v="21" actId="14100"/>
          <ac:spMkLst>
            <pc:docMk/>
            <pc:sldMk cId="3036990264" sldId="275"/>
            <ac:spMk id="7" creationId="{0BC97237-A0C0-807A-47EA-C49CD1F17277}"/>
          </ac:spMkLst>
        </pc:spChg>
        <pc:spChg chg="del">
          <ac:chgData name="Guest User" userId="" providerId="Windows Live" clId="Web-{8A093189-7434-E704-86AD-C61059DE8FA5}" dt="2026-07-22T06:44:38.870" v="6"/>
          <ac:spMkLst>
            <pc:docMk/>
            <pc:sldMk cId="3036990264" sldId="275"/>
            <ac:spMk id="11" creationId="{650AF4A6-560C-9862-6E1C-07E165A92DF5}"/>
          </ac:spMkLst>
        </pc:spChg>
        <pc:spChg chg="del">
          <ac:chgData name="Guest User" userId="" providerId="Windows Live" clId="Web-{8A093189-7434-E704-86AD-C61059DE8FA5}" dt="2026-07-22T06:56:48.324" v="43"/>
          <ac:spMkLst>
            <pc:docMk/>
            <pc:sldMk cId="3036990264" sldId="275"/>
            <ac:spMk id="22" creationId="{1CDF984B-8EE8-7349-52E6-E2FD557C50A4}"/>
          </ac:spMkLst>
        </pc:spChg>
        <pc:spChg chg="del">
          <ac:chgData name="Guest User" userId="" providerId="Windows Live" clId="Web-{8A093189-7434-E704-86AD-C61059DE8FA5}" dt="2026-07-22T06:44:40.854" v="7"/>
          <ac:spMkLst>
            <pc:docMk/>
            <pc:sldMk cId="3036990264" sldId="275"/>
            <ac:spMk id="30" creationId="{00000000-0000-0000-0000-000000000000}"/>
          </ac:spMkLst>
        </pc:spChg>
        <pc:spChg chg="del">
          <ac:chgData name="Guest User" userId="" providerId="Windows Live" clId="Web-{8A093189-7434-E704-86AD-C61059DE8FA5}" dt="2026-07-22T06:44:42.214" v="8"/>
          <ac:spMkLst>
            <pc:docMk/>
            <pc:sldMk cId="3036990264" sldId="275"/>
            <ac:spMk id="31" creationId="{00000000-0000-0000-0000-000000000000}"/>
          </ac:spMkLst>
        </pc:spChg>
        <pc:spChg chg="mod">
          <ac:chgData name="Guest User" userId="" providerId="Windows Live" clId="Web-{8A093189-7434-E704-86AD-C61059DE8FA5}" dt="2026-07-22T06:56:22.683" v="30" actId="1076"/>
          <ac:spMkLst>
            <pc:docMk/>
            <pc:sldMk cId="3036990264" sldId="275"/>
            <ac:spMk id="32" creationId="{00000000-0000-0000-0000-000000000000}"/>
          </ac:spMkLst>
        </pc:spChg>
        <pc:spChg chg="mod">
          <ac:chgData name="Guest User" userId="" providerId="Windows Live" clId="Web-{8A093189-7434-E704-86AD-C61059DE8FA5}" dt="2026-07-22T06:56:22.699" v="31" actId="1076"/>
          <ac:spMkLst>
            <pc:docMk/>
            <pc:sldMk cId="3036990264" sldId="275"/>
            <ac:spMk id="33" creationId="{00000000-0000-0000-0000-000000000000}"/>
          </ac:spMkLst>
        </pc:spChg>
        <pc:spChg chg="mod">
          <ac:chgData name="Guest User" userId="" providerId="Windows Live" clId="Web-{8A093189-7434-E704-86AD-C61059DE8FA5}" dt="2026-07-22T06:57:16.841" v="44" actId="20577"/>
          <ac:spMkLst>
            <pc:docMk/>
            <pc:sldMk cId="3036990264" sldId="275"/>
            <ac:spMk id="34" creationId="{00000000-0000-0000-0000-000000000000}"/>
          </ac:spMkLst>
        </pc:spChg>
        <pc:picChg chg="add mod">
          <ac:chgData name="Guest User" userId="" providerId="Windows Live" clId="Web-{8A093189-7434-E704-86AD-C61059DE8FA5}" dt="2026-07-22T06:55:43.010" v="22" actId="1076"/>
          <ac:picMkLst>
            <pc:docMk/>
            <pc:sldMk cId="3036990264" sldId="275"/>
            <ac:picMk id="8" creationId="{109FE4B9-FF77-D341-F124-B0E701A00797}"/>
          </ac:picMkLst>
        </pc:picChg>
      </pc:sldChg>
    </pc:docChg>
  </pc:docChgLst>
  <pc:docChgLst>
    <pc:chgData name="Guest User" providerId="Windows Live" clId="Web-{F481EADC-C767-D914-2F3A-81FBB4484F0A}"/>
    <pc:docChg chg="addSld delSld modSld">
      <pc:chgData name="Guest User" userId="" providerId="Windows Live" clId="Web-{F481EADC-C767-D914-2F3A-81FBB4484F0A}" dt="2026-07-22T06:54:04.049" v="122"/>
      <pc:docMkLst>
        <pc:docMk/>
      </pc:docMkLst>
      <pc:sldChg chg="addSp delSp modSp add replId">
        <pc:chgData name="Guest User" userId="" providerId="Windows Live" clId="Web-{F481EADC-C767-D914-2F3A-81FBB4484F0A}" dt="2026-07-22T06:49:04.382" v="79" actId="14100"/>
        <pc:sldMkLst>
          <pc:docMk/>
          <pc:sldMk cId="1644391450" sldId="274"/>
        </pc:sldMkLst>
        <pc:spChg chg="mod">
          <ac:chgData name="Guest User" userId="" providerId="Windows Live" clId="Web-{F481EADC-C767-D914-2F3A-81FBB4484F0A}" dt="2026-07-22T06:45:19.181" v="36" actId="20577"/>
          <ac:spMkLst>
            <pc:docMk/>
            <pc:sldMk cId="1644391450" sldId="274"/>
            <ac:spMk id="5" creationId="{56B1F4A7-65A4-A8FD-001D-37F806EC98E7}"/>
          </ac:spMkLst>
        </pc:spChg>
        <pc:spChg chg="del mod">
          <ac:chgData name="Guest User" userId="" providerId="Windows Live" clId="Web-{F481EADC-C767-D914-2F3A-81FBB4484F0A}" dt="2026-07-22T06:47:56.893" v="60"/>
          <ac:spMkLst>
            <pc:docMk/>
            <pc:sldMk cId="1644391450" sldId="274"/>
            <ac:spMk id="8" creationId="{1ABA33C0-F4B2-E21D-0073-0F19BF9B82C0}"/>
          </ac:spMkLst>
        </pc:spChg>
        <pc:spChg chg="del mod">
          <ac:chgData name="Guest User" userId="" providerId="Windows Live" clId="Web-{F481EADC-C767-D914-2F3A-81FBB4484F0A}" dt="2026-07-22T06:48:00.112" v="63"/>
          <ac:spMkLst>
            <pc:docMk/>
            <pc:sldMk cId="1644391450" sldId="274"/>
            <ac:spMk id="9" creationId="{31725D16-08D2-BB26-30A6-777AA60EA497}"/>
          </ac:spMkLst>
        </pc:spChg>
        <pc:spChg chg="mod">
          <ac:chgData name="Guest User" userId="" providerId="Windows Live" clId="Web-{F481EADC-C767-D914-2F3A-81FBB4484F0A}" dt="2026-07-22T06:48:43.521" v="75" actId="20577"/>
          <ac:spMkLst>
            <pc:docMk/>
            <pc:sldMk cId="1644391450" sldId="274"/>
            <ac:spMk id="12" creationId="{B930E1B4-F48C-38D5-37C9-3A67D5902DC3}"/>
          </ac:spMkLst>
        </pc:spChg>
        <pc:spChg chg="mod">
          <ac:chgData name="Guest User" userId="" providerId="Windows Live" clId="Web-{F481EADC-C767-D914-2F3A-81FBB4484F0A}" dt="2026-07-22T06:48:45.615" v="76" actId="1076"/>
          <ac:spMkLst>
            <pc:docMk/>
            <pc:sldMk cId="1644391450" sldId="274"/>
            <ac:spMk id="13" creationId="{4E46F15B-989D-0C7A-6691-8EC9BA3B77C5}"/>
          </ac:spMkLst>
        </pc:spChg>
        <pc:spChg chg="mod">
          <ac:chgData name="Guest User" userId="" providerId="Windows Live" clId="Web-{F481EADC-C767-D914-2F3A-81FBB4484F0A}" dt="2026-07-22T06:48:49.756" v="77" actId="1076"/>
          <ac:spMkLst>
            <pc:docMk/>
            <pc:sldMk cId="1644391450" sldId="274"/>
            <ac:spMk id="14" creationId="{EFF31EA7-2427-BD68-FF8C-4A2E1106ADFE}"/>
          </ac:spMkLst>
        </pc:spChg>
        <pc:spChg chg="mod">
          <ac:chgData name="Guest User" userId="" providerId="Windows Live" clId="Web-{F481EADC-C767-D914-2F3A-81FBB4484F0A}" dt="2026-07-22T06:49:04.382" v="79" actId="14100"/>
          <ac:spMkLst>
            <pc:docMk/>
            <pc:sldMk cId="1644391450" sldId="274"/>
            <ac:spMk id="15" creationId="{2CACAFD0-DD52-175B-E077-BBB12D69C65C}"/>
          </ac:spMkLst>
        </pc:spChg>
        <pc:spChg chg="del mod">
          <ac:chgData name="Guest User" userId="" providerId="Windows Live" clId="Web-{F481EADC-C767-D914-2F3A-81FBB4484F0A}" dt="2026-07-22T06:47:55.737" v="59"/>
          <ac:spMkLst>
            <pc:docMk/>
            <pc:sldMk cId="1644391450" sldId="274"/>
            <ac:spMk id="16" creationId="{4B7489AD-FCA6-6A58-137A-53DAC3B89298}"/>
          </ac:spMkLst>
        </pc:spChg>
        <pc:spChg chg="del mod">
          <ac:chgData name="Guest User" userId="" providerId="Windows Live" clId="Web-{F481EADC-C767-D914-2F3A-81FBB4484F0A}" dt="2026-07-22T06:47:57.643" v="61"/>
          <ac:spMkLst>
            <pc:docMk/>
            <pc:sldMk cId="1644391450" sldId="274"/>
            <ac:spMk id="18" creationId="{E2D008CB-D72B-72EF-D89F-1357C2CA0CA2}"/>
          </ac:spMkLst>
        </pc:spChg>
        <pc:spChg chg="del mod">
          <ac:chgData name="Guest User" userId="" providerId="Windows Live" clId="Web-{F481EADC-C767-D914-2F3A-81FBB4484F0A}" dt="2026-07-22T06:46:09.731" v="46"/>
          <ac:spMkLst>
            <pc:docMk/>
            <pc:sldMk cId="1644391450" sldId="274"/>
            <ac:spMk id="23" creationId="{5E1EDA4D-AD5E-C88C-CA85-D5C0E4F4D487}"/>
          </ac:spMkLst>
        </pc:spChg>
        <pc:spChg chg="del mod">
          <ac:chgData name="Guest User" userId="" providerId="Windows Live" clId="Web-{F481EADC-C767-D914-2F3A-81FBB4484F0A}" dt="2026-07-22T06:46:07.856" v="43"/>
          <ac:spMkLst>
            <pc:docMk/>
            <pc:sldMk cId="1644391450" sldId="274"/>
            <ac:spMk id="24" creationId="{FD09B7BE-5B74-4A47-676F-144930C8ADEF}"/>
          </ac:spMkLst>
        </pc:spChg>
        <pc:picChg chg="del">
          <ac:chgData name="Guest User" userId="" providerId="Windows Live" clId="Web-{F481EADC-C767-D914-2F3A-81FBB4484F0A}" dt="2026-07-22T06:39:28.364" v="28"/>
          <ac:picMkLst>
            <pc:docMk/>
            <pc:sldMk cId="1644391450" sldId="274"/>
            <ac:picMk id="7" creationId="{2BAF95D1-088A-2CE9-066B-7974860B2FF3}"/>
          </ac:picMkLst>
        </pc:picChg>
        <pc:picChg chg="add mod">
          <ac:chgData name="Guest User" userId="" providerId="Windows Live" clId="Web-{F481EADC-C767-D914-2F3A-81FBB4484F0A}" dt="2026-07-22T06:45:29.166" v="41" actId="1076"/>
          <ac:picMkLst>
            <pc:docMk/>
            <pc:sldMk cId="1644391450" sldId="274"/>
            <ac:picMk id="10" creationId="{0425FD43-35CD-D85E-E6B3-DE94F0BB1D52}"/>
          </ac:picMkLst>
        </pc:picChg>
      </pc:sldChg>
      <pc:sldChg chg="modSp add del replId">
        <pc:chgData name="Guest User" userId="" providerId="Windows Live" clId="Web-{F481EADC-C767-D914-2F3A-81FBB4484F0A}" dt="2026-07-22T06:39:17.316" v="15"/>
        <pc:sldMkLst>
          <pc:docMk/>
          <pc:sldMk cId="3427305781" sldId="274"/>
        </pc:sldMkLst>
        <pc:spChg chg="mod">
          <ac:chgData name="Guest User" userId="" providerId="Windows Live" clId="Web-{F481EADC-C767-D914-2F3A-81FBB4484F0A}" dt="2026-07-22T06:38:09.437" v="14" actId="20577"/>
          <ac:spMkLst>
            <pc:docMk/>
            <pc:sldMk cId="3427305781" sldId="274"/>
            <ac:spMk id="7" creationId="{917D8C62-E01A-0FAB-BD6A-B10876A5D999}"/>
          </ac:spMkLst>
        </pc:spChg>
      </pc:sldChg>
      <pc:sldChg chg="addSp delSp modSp add replId">
        <pc:chgData name="Guest User" userId="" providerId="Windows Live" clId="Web-{F481EADC-C767-D914-2F3A-81FBB4484F0A}" dt="2026-07-22T06:52:37.293" v="104" actId="1076"/>
        <pc:sldMkLst>
          <pc:docMk/>
          <pc:sldMk cId="27596626" sldId="276"/>
        </pc:sldMkLst>
        <pc:spChg chg="mod">
          <ac:chgData name="Guest User" userId="" providerId="Windows Live" clId="Web-{F481EADC-C767-D914-2F3A-81FBB4484F0A}" dt="2026-07-22T06:49:21.274" v="84" actId="20577"/>
          <ac:spMkLst>
            <pc:docMk/>
            <pc:sldMk cId="27596626" sldId="276"/>
            <ac:spMk id="5" creationId="{FBFFB795-CBC0-3711-4D73-84D66294D9DB}"/>
          </ac:spMkLst>
        </pc:spChg>
        <pc:spChg chg="add mod">
          <ac:chgData name="Guest User" userId="" providerId="Windows Live" clId="Web-{F481EADC-C767-D914-2F3A-81FBB4484F0A}" dt="2026-07-22T06:51:50.805" v="100" actId="20577"/>
          <ac:spMkLst>
            <pc:docMk/>
            <pc:sldMk cId="27596626" sldId="276"/>
            <ac:spMk id="8" creationId="{0799D79E-E7F6-B71F-9405-260387B8236B}"/>
          </ac:spMkLst>
        </pc:spChg>
        <pc:spChg chg="mod">
          <ac:chgData name="Guest User" userId="" providerId="Windows Live" clId="Web-{F481EADC-C767-D914-2F3A-81FBB4484F0A}" dt="2026-07-22T06:51:27.177" v="91" actId="20577"/>
          <ac:spMkLst>
            <pc:docMk/>
            <pc:sldMk cId="27596626" sldId="276"/>
            <ac:spMk id="13" creationId="{A6F4F926-6081-D134-1AFA-609E0566B403}"/>
          </ac:spMkLst>
        </pc:spChg>
        <pc:spChg chg="del">
          <ac:chgData name="Guest User" userId="" providerId="Windows Live" clId="Web-{F481EADC-C767-D914-2F3A-81FBB4484F0A}" dt="2026-07-22T06:51:57.071" v="101"/>
          <ac:spMkLst>
            <pc:docMk/>
            <pc:sldMk cId="27596626" sldId="276"/>
            <ac:spMk id="14" creationId="{C5331F63-74A7-5236-DFB4-290F985B2B7E}"/>
          </ac:spMkLst>
        </pc:spChg>
        <pc:spChg chg="mod">
          <ac:chgData name="Guest User" userId="" providerId="Windows Live" clId="Web-{F481EADC-C767-D914-2F3A-81FBB4484F0A}" dt="2026-07-22T06:52:37.293" v="104" actId="1076"/>
          <ac:spMkLst>
            <pc:docMk/>
            <pc:sldMk cId="27596626" sldId="276"/>
            <ac:spMk id="15" creationId="{95177A41-D7F9-ED1C-0C1F-153B7AD567F6}"/>
          </ac:spMkLst>
        </pc:spChg>
        <pc:picChg chg="add mod">
          <ac:chgData name="Guest User" userId="" providerId="Windows Live" clId="Web-{F481EADC-C767-D914-2F3A-81FBB4484F0A}" dt="2026-07-22T06:51:16.067" v="89" actId="1076"/>
          <ac:picMkLst>
            <pc:docMk/>
            <pc:sldMk cId="27596626" sldId="276"/>
            <ac:picMk id="7" creationId="{5B384684-13CB-41C9-E383-DCF71FF5856A}"/>
          </ac:picMkLst>
        </pc:picChg>
        <pc:picChg chg="del">
          <ac:chgData name="Guest User" userId="" providerId="Windows Live" clId="Web-{F481EADC-C767-D914-2F3A-81FBB4484F0A}" dt="2026-07-22T06:51:11.286" v="86"/>
          <ac:picMkLst>
            <pc:docMk/>
            <pc:sldMk cId="27596626" sldId="276"/>
            <ac:picMk id="10" creationId="{4404B4FA-4D5F-84D7-0424-3236D9C16462}"/>
          </ac:picMkLst>
        </pc:picChg>
      </pc:sldChg>
      <pc:sldChg chg="delSp modSp add replId">
        <pc:chgData name="Guest User" userId="" providerId="Windows Live" clId="Web-{F481EADC-C767-D914-2F3A-81FBB4484F0A}" dt="2026-07-22T06:54:04.049" v="122"/>
        <pc:sldMkLst>
          <pc:docMk/>
          <pc:sldMk cId="2100840814" sldId="277"/>
        </pc:sldMkLst>
        <pc:spChg chg="mod">
          <ac:chgData name="Guest User" userId="" providerId="Windows Live" clId="Web-{F481EADC-C767-D914-2F3A-81FBB4484F0A}" dt="2026-07-22T06:53:56.627" v="116" actId="20577"/>
          <ac:spMkLst>
            <pc:docMk/>
            <pc:sldMk cId="2100840814" sldId="277"/>
            <ac:spMk id="5" creationId="{ED34DADE-9DD2-EAB9-2A34-53CECBB07987}"/>
          </ac:spMkLst>
        </pc:spChg>
        <pc:spChg chg="del">
          <ac:chgData name="Guest User" userId="" providerId="Windows Live" clId="Web-{F481EADC-C767-D914-2F3A-81FBB4484F0A}" dt="2026-07-22T06:54:03.018" v="121"/>
          <ac:spMkLst>
            <pc:docMk/>
            <pc:sldMk cId="2100840814" sldId="277"/>
            <ac:spMk id="8" creationId="{7D03EE34-6F41-049D-DDEB-771888A7A0AC}"/>
          </ac:spMkLst>
        </pc:spChg>
        <pc:spChg chg="del">
          <ac:chgData name="Guest User" userId="" providerId="Windows Live" clId="Web-{F481EADC-C767-D914-2F3A-81FBB4484F0A}" dt="2026-07-22T06:54:04.049" v="122"/>
          <ac:spMkLst>
            <pc:docMk/>
            <pc:sldMk cId="2100840814" sldId="277"/>
            <ac:spMk id="12" creationId="{7F7468C5-BB4E-02D7-B9F8-3193B0DF82BA}"/>
          </ac:spMkLst>
        </pc:spChg>
        <pc:spChg chg="del mod">
          <ac:chgData name="Guest User" userId="" providerId="Windows Live" clId="Web-{F481EADC-C767-D914-2F3A-81FBB4484F0A}" dt="2026-07-22T06:54:00.268" v="119"/>
          <ac:spMkLst>
            <pc:docMk/>
            <pc:sldMk cId="2100840814" sldId="277"/>
            <ac:spMk id="13" creationId="{D0EE5DA6-7AB7-9DFB-0707-03F215B8631F}"/>
          </ac:spMkLst>
        </pc:spChg>
        <pc:spChg chg="del">
          <ac:chgData name="Guest User" userId="" providerId="Windows Live" clId="Web-{F481EADC-C767-D914-2F3A-81FBB4484F0A}" dt="2026-07-22T06:54:01.846" v="120"/>
          <ac:spMkLst>
            <pc:docMk/>
            <pc:sldMk cId="2100840814" sldId="277"/>
            <ac:spMk id="15" creationId="{D93EBC6F-8A8A-B17B-BDE9-3AA87F46E8C7}"/>
          </ac:spMkLst>
        </pc:spChg>
        <pc:picChg chg="del">
          <ac:chgData name="Guest User" userId="" providerId="Windows Live" clId="Web-{F481EADC-C767-D914-2F3A-81FBB4484F0A}" dt="2026-07-22T06:53:57.689" v="117"/>
          <ac:picMkLst>
            <pc:docMk/>
            <pc:sldMk cId="2100840814" sldId="277"/>
            <ac:picMk id="7" creationId="{A14CD63A-9C92-5DAC-0F44-BCE471A5EE71}"/>
          </ac:picMkLst>
        </pc:picChg>
      </pc:sldChg>
    </pc:docChg>
  </pc:docChgLst>
  <pc:docChgLst>
    <pc:chgData name="Guest User" providerId="Windows Live" clId="Web-{7E8E6778-F2F7-05C5-8D39-88E90928325E}"/>
    <pc:docChg chg="addSld modSld sldOrd">
      <pc:chgData name="Guest User" userId="" providerId="Windows Live" clId="Web-{7E8E6778-F2F7-05C5-8D39-88E90928325E}" dt="2026-07-22T01:39:47.852" v="19"/>
      <pc:docMkLst>
        <pc:docMk/>
      </pc:docMkLst>
      <pc:sldChg chg="delSp">
        <pc:chgData name="Guest User" userId="" providerId="Windows Live" clId="Web-{7E8E6778-F2F7-05C5-8D39-88E90928325E}" dt="2026-07-21T05:51:52.826" v="1"/>
        <pc:sldMkLst>
          <pc:docMk/>
          <pc:sldMk cId="0" sldId="265"/>
        </pc:sldMkLst>
      </pc:sldChg>
      <pc:sldChg chg="addSp modSp">
        <pc:chgData name="Guest User" userId="" providerId="Windows Live" clId="Web-{7E8E6778-F2F7-05C5-8D39-88E90928325E}" dt="2026-07-22T01:34:42.943" v="13" actId="20577"/>
        <pc:sldMkLst>
          <pc:docMk/>
          <pc:sldMk cId="0" sldId="267"/>
        </pc:sldMkLst>
        <pc:spChg chg="mod">
          <ac:chgData name="Guest User" userId="" providerId="Windows Live" clId="Web-{7E8E6778-F2F7-05C5-8D39-88E90928325E}" dt="2026-07-22T01:34:42.943" v="13" actId="20577"/>
          <ac:spMkLst>
            <pc:docMk/>
            <pc:sldMk cId="0" sldId="267"/>
            <ac:spMk id="5" creationId="{00000000-0000-0000-0000-000000000000}"/>
          </ac:spMkLst>
        </pc:spChg>
        <pc:spChg chg="add mod">
          <ac:chgData name="Guest User" userId="" providerId="Windows Live" clId="Web-{7E8E6778-F2F7-05C5-8D39-88E90928325E}" dt="2026-07-21T05:52:28.280" v="6" actId="1076"/>
          <ac:spMkLst>
            <pc:docMk/>
            <pc:sldMk cId="0" sldId="267"/>
            <ac:spMk id="23" creationId="{C2C51218-C1DB-837C-0B13-47E1060E52DA}"/>
          </ac:spMkLst>
        </pc:spChg>
      </pc:sldChg>
      <pc:sldChg chg="addSp">
        <pc:chgData name="Guest User" userId="" providerId="Windows Live" clId="Web-{7E8E6778-F2F7-05C5-8D39-88E90928325E}" dt="2026-07-21T05:52:37.140" v="7"/>
        <pc:sldMkLst>
          <pc:docMk/>
          <pc:sldMk cId="0" sldId="268"/>
        </pc:sldMkLst>
        <pc:spChg chg="add">
          <ac:chgData name="Guest User" userId="" providerId="Windows Live" clId="Web-{7E8E6778-F2F7-05C5-8D39-88E90928325E}" dt="2026-07-21T05:52:37.140" v="7"/>
          <ac:spMkLst>
            <pc:docMk/>
            <pc:sldMk cId="0" sldId="268"/>
            <ac:spMk id="27" creationId="{D76539FD-3BE5-2665-1B4B-E91665883EF9}"/>
          </ac:spMkLst>
        </pc:spChg>
      </pc:sldChg>
      <pc:sldChg chg="addSp">
        <pc:chgData name="Guest User" userId="" providerId="Windows Live" clId="Web-{7E8E6778-F2F7-05C5-8D39-88E90928325E}" dt="2026-07-21T05:52:38.561" v="8"/>
        <pc:sldMkLst>
          <pc:docMk/>
          <pc:sldMk cId="0" sldId="269"/>
        </pc:sldMkLst>
        <pc:spChg chg="add">
          <ac:chgData name="Guest User" userId="" providerId="Windows Live" clId="Web-{7E8E6778-F2F7-05C5-8D39-88E90928325E}" dt="2026-07-21T05:52:38.561" v="8"/>
          <ac:spMkLst>
            <pc:docMk/>
            <pc:sldMk cId="0" sldId="269"/>
            <ac:spMk id="27" creationId="{D0149D8A-2C7E-923A-8DED-2053935F63B2}"/>
          </ac:spMkLst>
        </pc:spChg>
      </pc:sldChg>
      <pc:sldChg chg="delSp add ord replId">
        <pc:chgData name="Guest User" userId="" providerId="Windows Live" clId="Web-{7E8E6778-F2F7-05C5-8D39-88E90928325E}" dt="2026-07-22T01:39:47.852" v="19"/>
        <pc:sldMkLst>
          <pc:docMk/>
          <pc:sldMk cId="3655722157" sldId="272"/>
        </pc:sldMkLst>
        <pc:spChg chg="del">
          <ac:chgData name="Guest User" userId="" providerId="Windows Live" clId="Web-{7E8E6778-F2F7-05C5-8D39-88E90928325E}" dt="2026-07-22T01:39:47.852" v="19"/>
          <ac:spMkLst>
            <pc:docMk/>
            <pc:sldMk cId="3655722157" sldId="272"/>
            <ac:spMk id="8" creationId="{68B9397D-E425-1B0F-42C7-F6C65D33AB3C}"/>
          </ac:spMkLst>
        </pc:spChg>
        <pc:spChg chg="del">
          <ac:chgData name="Guest User" userId="" providerId="Windows Live" clId="Web-{7E8E6778-F2F7-05C5-8D39-88E90928325E}" dt="2026-07-22T01:39:45.274" v="16"/>
          <ac:spMkLst>
            <pc:docMk/>
            <pc:sldMk cId="3655722157" sldId="272"/>
            <ac:spMk id="9" creationId="{0BF293CC-082E-773B-5CAA-8319A96CE670}"/>
          </ac:spMkLst>
        </pc:spChg>
        <pc:spChg chg="del">
          <ac:chgData name="Guest User" userId="" providerId="Windows Live" clId="Web-{7E8E6778-F2F7-05C5-8D39-88E90928325E}" dt="2026-07-22T01:39:45.852" v="17"/>
          <ac:spMkLst>
            <pc:docMk/>
            <pc:sldMk cId="3655722157" sldId="272"/>
            <ac:spMk id="10" creationId="{DB444E23-982A-60B9-959E-B139AD42D98F}"/>
          </ac:spMkLst>
        </pc:spChg>
        <pc:spChg chg="del">
          <ac:chgData name="Guest User" userId="" providerId="Windows Live" clId="Web-{7E8E6778-F2F7-05C5-8D39-88E90928325E}" dt="2026-07-22T01:39:46.790" v="18"/>
          <ac:spMkLst>
            <pc:docMk/>
            <pc:sldMk cId="3655722157" sldId="272"/>
            <ac:spMk id="11" creationId="{882A7BA2-EBC5-6AD8-3F9D-81B550C66F62}"/>
          </ac:spMkLst>
        </pc:spChg>
      </pc:sldChg>
    </pc:docChg>
  </pc:docChgLst>
  <pc:docChgLst>
    <pc:chgData name="Guest User" providerId="Windows Live" clId="Web-{0F73CF9E-3E0F-4EC8-FC92-687F52CBE981}"/>
    <pc:docChg chg="addSld modSld">
      <pc:chgData name="Guest User" userId="" providerId="Windows Live" clId="Web-{0F73CF9E-3E0F-4EC8-FC92-687F52CBE981}" dt="2026-07-22T06:38:30.845" v="131" actId="1076"/>
      <pc:docMkLst>
        <pc:docMk/>
      </pc:docMkLst>
      <pc:sldChg chg="addSp delSp modSp add replId">
        <pc:chgData name="Guest User" userId="" providerId="Windows Live" clId="Web-{0F73CF9E-3E0F-4EC8-FC92-687F52CBE981}" dt="2026-07-22T06:38:30.845" v="131" actId="1076"/>
        <pc:sldMkLst>
          <pc:docMk/>
          <pc:sldMk cId="491443510" sldId="273"/>
        </pc:sldMkLst>
        <pc:spChg chg="mod">
          <ac:chgData name="Guest User" userId="" providerId="Windows Live" clId="Web-{0F73CF9E-3E0F-4EC8-FC92-687F52CBE981}" dt="2026-07-22T06:36:11.652" v="103" actId="20577"/>
          <ac:spMkLst>
            <pc:docMk/>
            <pc:sldMk cId="491443510" sldId="273"/>
            <ac:spMk id="2" creationId="{D5B2FDF7-5DD9-6BF6-9AEF-DCFE6772E918}"/>
          </ac:spMkLst>
        </pc:spChg>
        <pc:spChg chg="mod">
          <ac:chgData name="Guest User" userId="" providerId="Windows Live" clId="Web-{0F73CF9E-3E0F-4EC8-FC92-687F52CBE981}" dt="2026-07-22T06:20:51.713" v="18" actId="20577"/>
          <ac:spMkLst>
            <pc:docMk/>
            <pc:sldMk cId="491443510" sldId="273"/>
            <ac:spMk id="5" creationId="{EE19A602-FDAF-0A86-41B2-3EF18236F1B8}"/>
          </ac:spMkLst>
        </pc:spChg>
        <pc:spChg chg="add mod">
          <ac:chgData name="Guest User" userId="" providerId="Windows Live" clId="Web-{0F73CF9E-3E0F-4EC8-FC92-687F52CBE981}" dt="2026-07-22T06:35:41.104" v="99" actId="1076"/>
          <ac:spMkLst>
            <pc:docMk/>
            <pc:sldMk cId="491443510" sldId="273"/>
            <ac:spMk id="8" creationId="{805E43D0-825C-D4F8-2B87-BF61F2B08B79}"/>
          </ac:spMkLst>
        </pc:spChg>
        <pc:spChg chg="add mod">
          <ac:chgData name="Guest User" userId="" providerId="Windows Live" clId="Web-{0F73CF9E-3E0F-4EC8-FC92-687F52CBE981}" dt="2026-07-22T06:35:34.713" v="98" actId="1076"/>
          <ac:spMkLst>
            <pc:docMk/>
            <pc:sldMk cId="491443510" sldId="273"/>
            <ac:spMk id="9" creationId="{71983954-5EF8-72F5-4AD9-A67863186E04}"/>
          </ac:spMkLst>
        </pc:spChg>
        <pc:spChg chg="add del">
          <ac:chgData name="Guest User" userId="" providerId="Windows Live" clId="Web-{0F73CF9E-3E0F-4EC8-FC92-687F52CBE981}" dt="2026-07-22T06:36:39.137" v="109"/>
          <ac:spMkLst>
            <pc:docMk/>
            <pc:sldMk cId="491443510" sldId="273"/>
            <ac:spMk id="10" creationId="{01E77FB1-D44A-E96E-8771-3B0D099AE2A9}"/>
          </ac:spMkLst>
        </pc:spChg>
        <pc:spChg chg="del">
          <ac:chgData name="Guest User" userId="" providerId="Windows Live" clId="Web-{0F73CF9E-3E0F-4EC8-FC92-687F52CBE981}" dt="2026-07-22T06:21:40.934" v="20"/>
          <ac:spMkLst>
            <pc:docMk/>
            <pc:sldMk cId="491443510" sldId="273"/>
            <ac:spMk id="11" creationId="{F2D367DA-21F0-8388-CC5F-88DF46978D14}"/>
          </ac:spMkLst>
        </pc:spChg>
        <pc:spChg chg="mod">
          <ac:chgData name="Guest User" userId="" providerId="Windows Live" clId="Web-{0F73CF9E-3E0F-4EC8-FC92-687F52CBE981}" dt="2026-07-22T06:25:01.128" v="33" actId="20577"/>
          <ac:spMkLst>
            <pc:docMk/>
            <pc:sldMk cId="491443510" sldId="273"/>
            <ac:spMk id="12" creationId="{4776AECB-3BE8-51ED-CA00-DBA5CCA8087D}"/>
          </ac:spMkLst>
        </pc:spChg>
        <pc:spChg chg="mod">
          <ac:chgData name="Guest User" userId="" providerId="Windows Live" clId="Web-{0F73CF9E-3E0F-4EC8-FC92-687F52CBE981}" dt="2026-07-22T06:29:07.262" v="53" actId="20577"/>
          <ac:spMkLst>
            <pc:docMk/>
            <pc:sldMk cId="491443510" sldId="273"/>
            <ac:spMk id="13" creationId="{B6199693-6B70-7208-0450-E5B5E77B2423}"/>
          </ac:spMkLst>
        </pc:spChg>
        <pc:spChg chg="mod">
          <ac:chgData name="Guest User" userId="" providerId="Windows Live" clId="Web-{0F73CF9E-3E0F-4EC8-FC92-687F52CBE981}" dt="2026-07-22T06:34:12.554" v="85" actId="20577"/>
          <ac:spMkLst>
            <pc:docMk/>
            <pc:sldMk cId="491443510" sldId="273"/>
            <ac:spMk id="15" creationId="{A32ADCB4-DA07-4A30-FE7B-9BB19531B1E1}"/>
          </ac:spMkLst>
        </pc:spChg>
        <pc:spChg chg="mod">
          <ac:chgData name="Guest User" userId="" providerId="Windows Live" clId="Web-{0F73CF9E-3E0F-4EC8-FC92-687F52CBE981}" dt="2026-07-22T06:35:49.511" v="100" actId="1076"/>
          <ac:spMkLst>
            <pc:docMk/>
            <pc:sldMk cId="491443510" sldId="273"/>
            <ac:spMk id="16" creationId="{6B46F139-AF6F-9D4E-6E74-8DFCBA96310D}"/>
          </ac:spMkLst>
        </pc:spChg>
        <pc:spChg chg="add del mod">
          <ac:chgData name="Guest User" userId="" providerId="Windows Live" clId="Web-{0F73CF9E-3E0F-4EC8-FC92-687F52CBE981}" dt="2026-07-22T06:32:53.129" v="75"/>
          <ac:spMkLst>
            <pc:docMk/>
            <pc:sldMk cId="491443510" sldId="273"/>
            <ac:spMk id="17" creationId="{709F3EDA-CFB2-16F4-5DEC-4ED6BA74AC51}"/>
          </ac:spMkLst>
        </pc:spChg>
        <pc:spChg chg="mod">
          <ac:chgData name="Guest User" userId="" providerId="Windows Live" clId="Web-{0F73CF9E-3E0F-4EC8-FC92-687F52CBE981}" dt="2026-07-22T06:35:28.494" v="97" actId="1076"/>
          <ac:spMkLst>
            <pc:docMk/>
            <pc:sldMk cId="491443510" sldId="273"/>
            <ac:spMk id="18" creationId="{F04518D6-23CC-AC3A-1FC3-1F3FFAA69257}"/>
          </ac:spMkLst>
        </pc:spChg>
        <pc:spChg chg="del mod">
          <ac:chgData name="Guest User" userId="" providerId="Windows Live" clId="Web-{0F73CF9E-3E0F-4EC8-FC92-687F52CBE981}" dt="2026-07-22T06:35:00.150" v="90"/>
          <ac:spMkLst>
            <pc:docMk/>
            <pc:sldMk cId="491443510" sldId="273"/>
            <ac:spMk id="19" creationId="{E9DB260A-B119-D11F-CA97-D81070E99F12}"/>
          </ac:spMkLst>
        </pc:spChg>
        <pc:spChg chg="add mod">
          <ac:chgData name="Guest User" userId="" providerId="Windows Live" clId="Web-{0F73CF9E-3E0F-4EC8-FC92-687F52CBE981}" dt="2026-07-22T06:38:22.891" v="130" actId="1076"/>
          <ac:spMkLst>
            <pc:docMk/>
            <pc:sldMk cId="491443510" sldId="273"/>
            <ac:spMk id="23" creationId="{DE5115A4-9CFB-E933-8A53-3FC9235B8867}"/>
          </ac:spMkLst>
        </pc:spChg>
        <pc:spChg chg="mod">
          <ac:chgData name="Guest User" userId="" providerId="Windows Live" clId="Web-{0F73CF9E-3E0F-4EC8-FC92-687F52CBE981}" dt="2026-07-22T06:38:30.845" v="131" actId="1076"/>
          <ac:spMkLst>
            <pc:docMk/>
            <pc:sldMk cId="491443510" sldId="273"/>
            <ac:spMk id="24" creationId="{F9347944-7ED1-6EC7-A7C7-4AB33AB08B31}"/>
          </ac:spMkLst>
        </pc:spChg>
        <pc:spChg chg="add del mod">
          <ac:chgData name="Guest User" userId="" providerId="Windows Live" clId="Web-{0F73CF9E-3E0F-4EC8-FC92-687F52CBE981}" dt="2026-07-22T06:36:16.043" v="105"/>
          <ac:spMkLst>
            <pc:docMk/>
            <pc:sldMk cId="491443510" sldId="273"/>
            <ac:spMk id="26" creationId="{80CF6565-9A0B-BD68-6AB5-ED6CB79833E8}"/>
          </ac:spMkLst>
        </pc:spChg>
        <pc:picChg chg="add mod">
          <ac:chgData name="Guest User" userId="" providerId="Windows Live" clId="Web-{0F73CF9E-3E0F-4EC8-FC92-687F52CBE981}" dt="2026-07-22T06:21:54.231" v="25" actId="1076"/>
          <ac:picMkLst>
            <pc:docMk/>
            <pc:sldMk cId="491443510" sldId="273"/>
            <ac:picMk id="7" creationId="{9AC268B7-87D5-B590-E135-9ECF5BE12C0B}"/>
          </ac:picMkLst>
        </pc:picChg>
      </pc:sldChg>
    </pc:docChg>
  </pc:docChgLst>
  <pc:docChgLst>
    <pc:chgData name="dary wishal" userId="1b26b81af995aed6" providerId="LiveId" clId="{A7B3D130-BEDF-4EA5-89E2-9D3CF2AECD5D}"/>
    <pc:docChg chg="undo custSel addSld delSld modSld sldOrd">
      <pc:chgData name="dary wishal" userId="1b26b81af995aed6" providerId="LiveId" clId="{A7B3D130-BEDF-4EA5-89E2-9D3CF2AECD5D}" dt="2026-07-23T14:51:27.520" v="1090" actId="47"/>
      <pc:docMkLst>
        <pc:docMk/>
      </pc:docMkLst>
      <pc:sldChg chg="delSp modSp mod">
        <pc:chgData name="dary wishal" userId="1b26b81af995aed6" providerId="LiveId" clId="{A7B3D130-BEDF-4EA5-89E2-9D3CF2AECD5D}" dt="2026-07-21T05:29:24.475" v="139" actId="1076"/>
        <pc:sldMkLst>
          <pc:docMk/>
          <pc:sldMk cId="0" sldId="256"/>
        </pc:sldMkLst>
        <pc:spChg chg="mod ord">
          <ac:chgData name="dary wishal" userId="1b26b81af995aed6" providerId="LiveId" clId="{A7B3D130-BEDF-4EA5-89E2-9D3CF2AECD5D}" dt="2026-07-21T05:28:35.412" v="126" actId="167"/>
          <ac:spMkLst>
            <pc:docMk/>
            <pc:sldMk cId="0" sldId="256"/>
            <ac:spMk id="2" creationId="{00000000-0000-0000-0000-000000000000}"/>
          </ac:spMkLst>
        </pc:spChg>
        <pc:spChg chg="mod">
          <ac:chgData name="dary wishal" userId="1b26b81af995aed6" providerId="LiveId" clId="{A7B3D130-BEDF-4EA5-89E2-9D3CF2AECD5D}" dt="2026-07-21T05:28:47.795" v="128" actId="1076"/>
          <ac:spMkLst>
            <pc:docMk/>
            <pc:sldMk cId="0" sldId="256"/>
            <ac:spMk id="5" creationId="{00000000-0000-0000-0000-000000000000}"/>
          </ac:spMkLst>
        </pc:spChg>
        <pc:spChg chg="mod">
          <ac:chgData name="dary wishal" userId="1b26b81af995aed6" providerId="LiveId" clId="{A7B3D130-BEDF-4EA5-89E2-9D3CF2AECD5D}" dt="2026-07-21T05:29:24.475" v="139" actId="1076"/>
          <ac:spMkLst>
            <pc:docMk/>
            <pc:sldMk cId="0" sldId="256"/>
            <ac:spMk id="7" creationId="{00000000-0000-0000-0000-000000000000}"/>
          </ac:spMkLst>
        </pc:spChg>
        <pc:spChg chg="mod">
          <ac:chgData name="dary wishal" userId="1b26b81af995aed6" providerId="LiveId" clId="{A7B3D130-BEDF-4EA5-89E2-9D3CF2AECD5D}" dt="2026-07-21T05:27:43.600" v="119" actId="1076"/>
          <ac:spMkLst>
            <pc:docMk/>
            <pc:sldMk cId="0" sldId="256"/>
            <ac:spMk id="8" creationId="{00000000-0000-0000-0000-000000000000}"/>
          </ac:spMkLst>
        </pc:spChg>
        <pc:spChg chg="mod">
          <ac:chgData name="dary wishal" userId="1b26b81af995aed6" providerId="LiveId" clId="{A7B3D130-BEDF-4EA5-89E2-9D3CF2AECD5D}" dt="2026-07-21T05:27:28.121" v="115" actId="14100"/>
          <ac:spMkLst>
            <pc:docMk/>
            <pc:sldMk cId="0" sldId="256"/>
            <ac:spMk id="10" creationId="{00000000-0000-0000-0000-000000000000}"/>
          </ac:spMkLst>
        </pc:spChg>
        <pc:picChg chg="mod">
          <ac:chgData name="dary wishal" userId="1b26b81af995aed6" providerId="LiveId" clId="{A7B3D130-BEDF-4EA5-89E2-9D3CF2AECD5D}" dt="2026-07-21T05:27:36.553" v="116" actId="1076"/>
          <ac:picMkLst>
            <pc:docMk/>
            <pc:sldMk cId="0" sldId="256"/>
            <ac:picMk id="11" creationId="{00000000-0000-0000-0000-000000000000}"/>
          </ac:picMkLst>
        </pc:picChg>
      </pc:sldChg>
      <pc:sldChg chg="modSp mod">
        <pc:chgData name="dary wishal" userId="1b26b81af995aed6" providerId="LiveId" clId="{A7B3D130-BEDF-4EA5-89E2-9D3CF2AECD5D}" dt="2026-07-22T10:18:06.399" v="974" actId="14100"/>
        <pc:sldMkLst>
          <pc:docMk/>
          <pc:sldMk cId="0" sldId="257"/>
        </pc:sldMkLst>
        <pc:spChg chg="mod">
          <ac:chgData name="dary wishal" userId="1b26b81af995aed6" providerId="LiveId" clId="{A7B3D130-BEDF-4EA5-89E2-9D3CF2AECD5D}" dt="2026-07-22T10:12:06.243" v="761" actId="1076"/>
          <ac:spMkLst>
            <pc:docMk/>
            <pc:sldMk cId="0" sldId="257"/>
            <ac:spMk id="10" creationId="{00000000-0000-0000-0000-000000000000}"/>
          </ac:spMkLst>
        </pc:spChg>
        <pc:spChg chg="mod">
          <ac:chgData name="dary wishal" userId="1b26b81af995aed6" providerId="LiveId" clId="{A7B3D130-BEDF-4EA5-89E2-9D3CF2AECD5D}" dt="2026-07-22T10:17:08.576" v="925" actId="20577"/>
          <ac:spMkLst>
            <pc:docMk/>
            <pc:sldMk cId="0" sldId="257"/>
            <ac:spMk id="11" creationId="{00000000-0000-0000-0000-000000000000}"/>
          </ac:spMkLst>
        </pc:spChg>
        <pc:spChg chg="mod">
          <ac:chgData name="dary wishal" userId="1b26b81af995aed6" providerId="LiveId" clId="{A7B3D130-BEDF-4EA5-89E2-9D3CF2AECD5D}" dt="2026-07-22T10:12:57.680" v="783" actId="20577"/>
          <ac:spMkLst>
            <pc:docMk/>
            <pc:sldMk cId="0" sldId="257"/>
            <ac:spMk id="14" creationId="{00000000-0000-0000-0000-000000000000}"/>
          </ac:spMkLst>
        </pc:spChg>
        <pc:spChg chg="mod">
          <ac:chgData name="dary wishal" userId="1b26b81af995aed6" providerId="LiveId" clId="{A7B3D130-BEDF-4EA5-89E2-9D3CF2AECD5D}" dt="2026-07-22T10:17:04.681" v="923" actId="20577"/>
          <ac:spMkLst>
            <pc:docMk/>
            <pc:sldMk cId="0" sldId="257"/>
            <ac:spMk id="15" creationId="{00000000-0000-0000-0000-000000000000}"/>
          </ac:spMkLst>
        </pc:spChg>
        <pc:spChg chg="mod">
          <ac:chgData name="dary wishal" userId="1b26b81af995aed6" providerId="LiveId" clId="{A7B3D130-BEDF-4EA5-89E2-9D3CF2AECD5D}" dt="2026-07-22T10:13:14.969" v="800" actId="20577"/>
          <ac:spMkLst>
            <pc:docMk/>
            <pc:sldMk cId="0" sldId="257"/>
            <ac:spMk id="18" creationId="{00000000-0000-0000-0000-000000000000}"/>
          </ac:spMkLst>
        </pc:spChg>
        <pc:spChg chg="mod">
          <ac:chgData name="dary wishal" userId="1b26b81af995aed6" providerId="LiveId" clId="{A7B3D130-BEDF-4EA5-89E2-9D3CF2AECD5D}" dt="2026-07-22T10:18:06.399" v="974" actId="14100"/>
          <ac:spMkLst>
            <pc:docMk/>
            <pc:sldMk cId="0" sldId="257"/>
            <ac:spMk id="19" creationId="{00000000-0000-0000-0000-000000000000}"/>
          </ac:spMkLst>
        </pc:spChg>
        <pc:spChg chg="mod">
          <ac:chgData name="dary wishal" userId="1b26b81af995aed6" providerId="LiveId" clId="{A7B3D130-BEDF-4EA5-89E2-9D3CF2AECD5D}" dt="2026-07-22T10:13:21.522" v="813" actId="20577"/>
          <ac:spMkLst>
            <pc:docMk/>
            <pc:sldMk cId="0" sldId="257"/>
            <ac:spMk id="22" creationId="{00000000-0000-0000-0000-000000000000}"/>
          </ac:spMkLst>
        </pc:spChg>
        <pc:spChg chg="mod">
          <ac:chgData name="dary wishal" userId="1b26b81af995aed6" providerId="LiveId" clId="{A7B3D130-BEDF-4EA5-89E2-9D3CF2AECD5D}" dt="2026-07-22T10:18:03.348" v="973" actId="14100"/>
          <ac:spMkLst>
            <pc:docMk/>
            <pc:sldMk cId="0" sldId="257"/>
            <ac:spMk id="23" creationId="{00000000-0000-0000-0000-000000000000}"/>
          </ac:spMkLst>
        </pc:spChg>
      </pc:sldChg>
      <pc:sldChg chg="addSp modSp mod">
        <pc:chgData name="dary wishal" userId="1b26b81af995aed6" providerId="LiveId" clId="{A7B3D130-BEDF-4EA5-89E2-9D3CF2AECD5D}" dt="2026-07-22T10:11:28.732" v="735" actId="1076"/>
        <pc:sldMkLst>
          <pc:docMk/>
          <pc:sldMk cId="0" sldId="258"/>
        </pc:sldMkLst>
        <pc:spChg chg="mod">
          <ac:chgData name="dary wishal" userId="1b26b81af995aed6" providerId="LiveId" clId="{A7B3D130-BEDF-4EA5-89E2-9D3CF2AECD5D}" dt="2026-07-22T10:09:24.544" v="716" actId="34135"/>
          <ac:spMkLst>
            <pc:docMk/>
            <pc:sldMk cId="0" sldId="258"/>
            <ac:spMk id="2" creationId="{00000000-0000-0000-0000-000000000000}"/>
          </ac:spMkLst>
        </pc:spChg>
        <pc:spChg chg="mod">
          <ac:chgData name="dary wishal" userId="1b26b81af995aed6" providerId="LiveId" clId="{A7B3D130-BEDF-4EA5-89E2-9D3CF2AECD5D}" dt="2026-07-22T10:11:03.349" v="732" actId="14100"/>
          <ac:spMkLst>
            <pc:docMk/>
            <pc:sldMk cId="0" sldId="258"/>
            <ac:spMk id="5" creationId="{00000000-0000-0000-0000-000000000000}"/>
          </ac:spMkLst>
        </pc:spChg>
        <pc:spChg chg="mod">
          <ac:chgData name="dary wishal" userId="1b26b81af995aed6" providerId="LiveId" clId="{A7B3D130-BEDF-4EA5-89E2-9D3CF2AECD5D}" dt="2026-07-22T10:09:17.010" v="711" actId="1076"/>
          <ac:spMkLst>
            <pc:docMk/>
            <pc:sldMk cId="0" sldId="258"/>
            <ac:spMk id="6" creationId="{00000000-0000-0000-0000-000000000000}"/>
          </ac:spMkLst>
        </pc:spChg>
        <pc:spChg chg="mod">
          <ac:chgData name="dary wishal" userId="1b26b81af995aed6" providerId="LiveId" clId="{A7B3D130-BEDF-4EA5-89E2-9D3CF2AECD5D}" dt="2026-07-22T10:09:27.245" v="717" actId="1076"/>
          <ac:spMkLst>
            <pc:docMk/>
            <pc:sldMk cId="0" sldId="258"/>
            <ac:spMk id="7" creationId="{00000000-0000-0000-0000-000000000000}"/>
          </ac:spMkLst>
        </pc:spChg>
        <pc:spChg chg="add mod">
          <ac:chgData name="dary wishal" userId="1b26b81af995aed6" providerId="LiveId" clId="{A7B3D130-BEDF-4EA5-89E2-9D3CF2AECD5D}" dt="2026-07-22T10:11:28.732" v="735" actId="1076"/>
          <ac:spMkLst>
            <pc:docMk/>
            <pc:sldMk cId="0" sldId="258"/>
            <ac:spMk id="12" creationId="{14CE0286-0CB2-55E0-8151-7E168680487D}"/>
          </ac:spMkLst>
        </pc:spChg>
      </pc:sldChg>
      <pc:sldChg chg="addSp modSp mod ord">
        <pc:chgData name="dary wishal" userId="1b26b81af995aed6" providerId="LiveId" clId="{A7B3D130-BEDF-4EA5-89E2-9D3CF2AECD5D}" dt="2026-07-22T10:18:31.439" v="976"/>
        <pc:sldMkLst>
          <pc:docMk/>
          <pc:sldMk cId="0" sldId="263"/>
        </pc:sldMkLst>
        <pc:spChg chg="mod">
          <ac:chgData name="dary wishal" userId="1b26b81af995aed6" providerId="LiveId" clId="{A7B3D130-BEDF-4EA5-89E2-9D3CF2AECD5D}" dt="2026-07-22T10:10:20.787" v="724" actId="20577"/>
          <ac:spMkLst>
            <pc:docMk/>
            <pc:sldMk cId="0" sldId="263"/>
            <ac:spMk id="4" creationId="{00000000-0000-0000-0000-000000000000}"/>
          </ac:spMkLst>
        </pc:spChg>
        <pc:spChg chg="add mod">
          <ac:chgData name="dary wishal" userId="1b26b81af995aed6" providerId="LiveId" clId="{A7B3D130-BEDF-4EA5-89E2-9D3CF2AECD5D}" dt="2026-07-22T10:10:26.658" v="727" actId="20577"/>
          <ac:spMkLst>
            <pc:docMk/>
            <pc:sldMk cId="0" sldId="263"/>
            <ac:spMk id="27" creationId="{09DF612D-8009-376C-28EB-AF3235BDC00A}"/>
          </ac:spMkLst>
        </pc:spChg>
      </pc:sldChg>
      <pc:sldChg chg="modSp add mod ord">
        <pc:chgData name="dary wishal" userId="1b26b81af995aed6" providerId="LiveId" clId="{A7B3D130-BEDF-4EA5-89E2-9D3CF2AECD5D}" dt="2026-07-22T10:20:11.893" v="1040" actId="1076"/>
        <pc:sldMkLst>
          <pc:docMk/>
          <pc:sldMk cId="0" sldId="266"/>
        </pc:sldMkLst>
        <pc:spChg chg="mod">
          <ac:chgData name="dary wishal" userId="1b26b81af995aed6" providerId="LiveId" clId="{A7B3D130-BEDF-4EA5-89E2-9D3CF2AECD5D}" dt="2026-07-22T10:19:21.465" v="985" actId="20577"/>
          <ac:spMkLst>
            <pc:docMk/>
            <pc:sldMk cId="0" sldId="266"/>
            <ac:spMk id="6" creationId="{00000000-0000-0000-0000-000000000000}"/>
          </ac:spMkLst>
        </pc:spChg>
        <pc:spChg chg="mod">
          <ac:chgData name="dary wishal" userId="1b26b81af995aed6" providerId="LiveId" clId="{A7B3D130-BEDF-4EA5-89E2-9D3CF2AECD5D}" dt="2026-07-22T10:19:39.276" v="1002" actId="20577"/>
          <ac:spMkLst>
            <pc:docMk/>
            <pc:sldMk cId="0" sldId="266"/>
            <ac:spMk id="7" creationId="{00000000-0000-0000-0000-000000000000}"/>
          </ac:spMkLst>
        </pc:spChg>
        <pc:spChg chg="mod">
          <ac:chgData name="dary wishal" userId="1b26b81af995aed6" providerId="LiveId" clId="{A7B3D130-BEDF-4EA5-89E2-9D3CF2AECD5D}" dt="2026-07-22T10:20:11.893" v="1040" actId="1076"/>
          <ac:spMkLst>
            <pc:docMk/>
            <pc:sldMk cId="0" sldId="266"/>
            <ac:spMk id="8" creationId="{00000000-0000-0000-0000-000000000000}"/>
          </ac:spMkLst>
        </pc:spChg>
      </pc:sldChg>
      <pc:sldChg chg="modSp add mod ord">
        <pc:chgData name="dary wishal" userId="1b26b81af995aed6" providerId="LiveId" clId="{A7B3D130-BEDF-4EA5-89E2-9D3CF2AECD5D}" dt="2026-07-22T10:14:16.288" v="820" actId="20577"/>
        <pc:sldMkLst>
          <pc:docMk/>
          <pc:sldMk cId="0" sldId="267"/>
        </pc:sldMkLst>
        <pc:spChg chg="mod">
          <ac:chgData name="dary wishal" userId="1b26b81af995aed6" providerId="LiveId" clId="{A7B3D130-BEDF-4EA5-89E2-9D3CF2AECD5D}" dt="2026-07-22T10:14:16.288" v="820" actId="20577"/>
          <ac:spMkLst>
            <pc:docMk/>
            <pc:sldMk cId="0" sldId="267"/>
            <ac:spMk id="23" creationId="{C2C51218-C1DB-837C-0B13-47E1060E52DA}"/>
          </ac:spMkLst>
        </pc:spChg>
      </pc:sldChg>
      <pc:sldChg chg="modSp add mod ord">
        <pc:chgData name="dary wishal" userId="1b26b81af995aed6" providerId="LiveId" clId="{A7B3D130-BEDF-4EA5-89E2-9D3CF2AECD5D}" dt="2026-07-22T10:14:24.278" v="824" actId="20577"/>
        <pc:sldMkLst>
          <pc:docMk/>
          <pc:sldMk cId="0" sldId="268"/>
        </pc:sldMkLst>
        <pc:spChg chg="mod">
          <ac:chgData name="dary wishal" userId="1b26b81af995aed6" providerId="LiveId" clId="{A7B3D130-BEDF-4EA5-89E2-9D3CF2AECD5D}" dt="2026-07-22T10:14:24.278" v="824" actId="20577"/>
          <ac:spMkLst>
            <pc:docMk/>
            <pc:sldMk cId="0" sldId="268"/>
            <ac:spMk id="27" creationId="{D76539FD-3BE5-2665-1B4B-E91665883EF9}"/>
          </ac:spMkLst>
        </pc:spChg>
      </pc:sldChg>
      <pc:sldChg chg="modSp add mod ord">
        <pc:chgData name="dary wishal" userId="1b26b81af995aed6" providerId="LiveId" clId="{A7B3D130-BEDF-4EA5-89E2-9D3CF2AECD5D}" dt="2026-07-22T10:14:29.502" v="826" actId="20577"/>
        <pc:sldMkLst>
          <pc:docMk/>
          <pc:sldMk cId="0" sldId="269"/>
        </pc:sldMkLst>
        <pc:spChg chg="mod">
          <ac:chgData name="dary wishal" userId="1b26b81af995aed6" providerId="LiveId" clId="{A7B3D130-BEDF-4EA5-89E2-9D3CF2AECD5D}" dt="2026-07-21T05:46:42.087" v="167" actId="34135"/>
          <ac:spMkLst>
            <pc:docMk/>
            <pc:sldMk cId="0" sldId="269"/>
            <ac:spMk id="2" creationId="{00000000-0000-0000-0000-000000000000}"/>
          </ac:spMkLst>
        </pc:spChg>
        <pc:spChg chg="mod">
          <ac:chgData name="dary wishal" userId="1b26b81af995aed6" providerId="LiveId" clId="{A7B3D130-BEDF-4EA5-89E2-9D3CF2AECD5D}" dt="2026-07-21T05:46:50.038" v="168" actId="1076"/>
          <ac:spMkLst>
            <pc:docMk/>
            <pc:sldMk cId="0" sldId="269"/>
            <ac:spMk id="7" creationId="{00000000-0000-0000-0000-000000000000}"/>
          </ac:spMkLst>
        </pc:spChg>
        <pc:spChg chg="mod">
          <ac:chgData name="dary wishal" userId="1b26b81af995aed6" providerId="LiveId" clId="{A7B3D130-BEDF-4EA5-89E2-9D3CF2AECD5D}" dt="2026-07-21T05:46:50.038" v="168" actId="1076"/>
          <ac:spMkLst>
            <pc:docMk/>
            <pc:sldMk cId="0" sldId="269"/>
            <ac:spMk id="8" creationId="{00000000-0000-0000-0000-000000000000}"/>
          </ac:spMkLst>
        </pc:spChg>
        <pc:spChg chg="mod">
          <ac:chgData name="dary wishal" userId="1b26b81af995aed6" providerId="LiveId" clId="{A7B3D130-BEDF-4EA5-89E2-9D3CF2AECD5D}" dt="2026-07-21T05:47:34.950" v="172" actId="1076"/>
          <ac:spMkLst>
            <pc:docMk/>
            <pc:sldMk cId="0" sldId="269"/>
            <ac:spMk id="11" creationId="{00000000-0000-0000-0000-000000000000}"/>
          </ac:spMkLst>
        </pc:spChg>
        <pc:spChg chg="mod">
          <ac:chgData name="dary wishal" userId="1b26b81af995aed6" providerId="LiveId" clId="{A7B3D130-BEDF-4EA5-89E2-9D3CF2AECD5D}" dt="2026-07-21T05:47:34.950" v="172" actId="1076"/>
          <ac:spMkLst>
            <pc:docMk/>
            <pc:sldMk cId="0" sldId="269"/>
            <ac:spMk id="12" creationId="{00000000-0000-0000-0000-000000000000}"/>
          </ac:spMkLst>
        </pc:spChg>
        <pc:spChg chg="mod">
          <ac:chgData name="dary wishal" userId="1b26b81af995aed6" providerId="LiveId" clId="{A7B3D130-BEDF-4EA5-89E2-9D3CF2AECD5D}" dt="2026-07-21T05:47:34.950" v="172" actId="1076"/>
          <ac:spMkLst>
            <pc:docMk/>
            <pc:sldMk cId="0" sldId="269"/>
            <ac:spMk id="15" creationId="{00000000-0000-0000-0000-000000000000}"/>
          </ac:spMkLst>
        </pc:spChg>
        <pc:spChg chg="mod">
          <ac:chgData name="dary wishal" userId="1b26b81af995aed6" providerId="LiveId" clId="{A7B3D130-BEDF-4EA5-89E2-9D3CF2AECD5D}" dt="2026-07-21T05:47:34.950" v="172" actId="1076"/>
          <ac:spMkLst>
            <pc:docMk/>
            <pc:sldMk cId="0" sldId="269"/>
            <ac:spMk id="16" creationId="{00000000-0000-0000-0000-000000000000}"/>
          </ac:spMkLst>
        </pc:spChg>
        <pc:spChg chg="mod">
          <ac:chgData name="dary wishal" userId="1b26b81af995aed6" providerId="LiveId" clId="{A7B3D130-BEDF-4EA5-89E2-9D3CF2AECD5D}" dt="2026-07-21T05:47:47.750" v="173" actId="1076"/>
          <ac:spMkLst>
            <pc:docMk/>
            <pc:sldMk cId="0" sldId="269"/>
            <ac:spMk id="19" creationId="{00000000-0000-0000-0000-000000000000}"/>
          </ac:spMkLst>
        </pc:spChg>
        <pc:spChg chg="mod">
          <ac:chgData name="dary wishal" userId="1b26b81af995aed6" providerId="LiveId" clId="{A7B3D130-BEDF-4EA5-89E2-9D3CF2AECD5D}" dt="2026-07-21T05:47:47.750" v="173" actId="1076"/>
          <ac:spMkLst>
            <pc:docMk/>
            <pc:sldMk cId="0" sldId="269"/>
            <ac:spMk id="20" creationId="{00000000-0000-0000-0000-000000000000}"/>
          </ac:spMkLst>
        </pc:spChg>
        <pc:spChg chg="mod">
          <ac:chgData name="dary wishal" userId="1b26b81af995aed6" providerId="LiveId" clId="{A7B3D130-BEDF-4EA5-89E2-9D3CF2AECD5D}" dt="2026-07-22T10:14:29.502" v="826" actId="20577"/>
          <ac:spMkLst>
            <pc:docMk/>
            <pc:sldMk cId="0" sldId="269"/>
            <ac:spMk id="27" creationId="{D0149D8A-2C7E-923A-8DED-2053935F63B2}"/>
          </ac:spMkLst>
        </pc:spChg>
      </pc:sldChg>
      <pc:sldChg chg="delSp mod">
        <pc:chgData name="dary wishal" userId="1b26b81af995aed6" providerId="LiveId" clId="{A7B3D130-BEDF-4EA5-89E2-9D3CF2AECD5D}" dt="2026-07-22T10:06:46.149" v="633" actId="478"/>
        <pc:sldMkLst>
          <pc:docMk/>
          <pc:sldMk cId="3725011000" sldId="270"/>
        </pc:sldMkLst>
        <pc:spChg chg="del">
          <ac:chgData name="dary wishal" userId="1b26b81af995aed6" providerId="LiveId" clId="{A7B3D130-BEDF-4EA5-89E2-9D3CF2AECD5D}" dt="2026-07-22T10:06:46.149" v="633" actId="478"/>
          <ac:spMkLst>
            <pc:docMk/>
            <pc:sldMk cId="3725011000" sldId="270"/>
            <ac:spMk id="8" creationId="{35AC6817-17E3-E0E0-F2C8-D440C69452AE}"/>
          </ac:spMkLst>
        </pc:spChg>
      </pc:sldChg>
      <pc:sldChg chg="addSp modSp mod ord">
        <pc:chgData name="dary wishal" userId="1b26b81af995aed6" providerId="LiveId" clId="{A7B3D130-BEDF-4EA5-89E2-9D3CF2AECD5D}" dt="2026-07-22T10:14:44.320" v="832" actId="20577"/>
        <pc:sldMkLst>
          <pc:docMk/>
          <pc:sldMk cId="2356954314" sldId="271"/>
        </pc:sldMkLst>
        <pc:spChg chg="add mod">
          <ac:chgData name="dary wishal" userId="1b26b81af995aed6" providerId="LiveId" clId="{A7B3D130-BEDF-4EA5-89E2-9D3CF2AECD5D}" dt="2026-07-22T10:14:44.320" v="832" actId="20577"/>
          <ac:spMkLst>
            <pc:docMk/>
            <pc:sldMk cId="2356954314" sldId="271"/>
            <ac:spMk id="24" creationId="{9E4292F6-B559-7D08-35A8-2768E16C42D2}"/>
          </ac:spMkLst>
        </pc:spChg>
      </pc:sldChg>
      <pc:sldChg chg="addSp delSp modSp del mod ord">
        <pc:chgData name="dary wishal" userId="1b26b81af995aed6" providerId="LiveId" clId="{A7B3D130-BEDF-4EA5-89E2-9D3CF2AECD5D}" dt="2026-07-23T14:51:27.520" v="1090" actId="47"/>
        <pc:sldMkLst>
          <pc:docMk/>
          <pc:sldMk cId="3655722157" sldId="272"/>
        </pc:sldMkLst>
        <pc:spChg chg="mod">
          <ac:chgData name="dary wishal" userId="1b26b81af995aed6" providerId="LiveId" clId="{A7B3D130-BEDF-4EA5-89E2-9D3CF2AECD5D}" dt="2026-07-22T02:39:01.351" v="412" actId="34135"/>
          <ac:spMkLst>
            <pc:docMk/>
            <pc:sldMk cId="3655722157" sldId="272"/>
            <ac:spMk id="2" creationId="{425DC08C-69C2-52D4-9DDF-29564AD968DE}"/>
          </ac:spMkLst>
        </pc:spChg>
        <pc:spChg chg="mod">
          <ac:chgData name="dary wishal" userId="1b26b81af995aed6" providerId="LiveId" clId="{A7B3D130-BEDF-4EA5-89E2-9D3CF2AECD5D}" dt="2026-07-23T13:04:40.118" v="1062" actId="20577"/>
          <ac:spMkLst>
            <pc:docMk/>
            <pc:sldMk cId="3655722157" sldId="272"/>
            <ac:spMk id="5" creationId="{2ED50690-6C86-5814-CAA0-FFB1A22FAD4F}"/>
          </ac:spMkLst>
        </pc:spChg>
        <pc:spChg chg="del mod">
          <ac:chgData name="dary wishal" userId="1b26b81af995aed6" providerId="LiveId" clId="{A7B3D130-BEDF-4EA5-89E2-9D3CF2AECD5D}" dt="2026-07-22T01:41:27.153" v="176" actId="478"/>
          <ac:spMkLst>
            <pc:docMk/>
            <pc:sldMk cId="3655722157" sldId="272"/>
            <ac:spMk id="7" creationId="{FB865565-EFDF-C1F6-D6C5-6AA9B9C5397A}"/>
          </ac:spMkLst>
        </pc:spChg>
        <pc:spChg chg="add mod">
          <ac:chgData name="dary wishal" userId="1b26b81af995aed6" providerId="LiveId" clId="{A7B3D130-BEDF-4EA5-89E2-9D3CF2AECD5D}" dt="2026-07-22T01:51:49.751" v="216" actId="207"/>
          <ac:spMkLst>
            <pc:docMk/>
            <pc:sldMk cId="3655722157" sldId="272"/>
            <ac:spMk id="11" creationId="{A10D98B9-F937-B912-2EAB-BF0CB565A350}"/>
          </ac:spMkLst>
        </pc:spChg>
        <pc:spChg chg="mod">
          <ac:chgData name="dary wishal" userId="1b26b81af995aed6" providerId="LiveId" clId="{A7B3D130-BEDF-4EA5-89E2-9D3CF2AECD5D}" dt="2026-07-23T13:04:56.705" v="1089" actId="20577"/>
          <ac:spMkLst>
            <pc:docMk/>
            <pc:sldMk cId="3655722157" sldId="272"/>
            <ac:spMk id="12" creationId="{A90E2722-03BB-4DD4-1D3E-B53E43366422}"/>
          </ac:spMkLst>
        </pc:spChg>
        <pc:spChg chg="mod">
          <ac:chgData name="dary wishal" userId="1b26b81af995aed6" providerId="LiveId" clId="{A7B3D130-BEDF-4EA5-89E2-9D3CF2AECD5D}" dt="2026-07-22T02:43:34.158" v="539" actId="1076"/>
          <ac:spMkLst>
            <pc:docMk/>
            <pc:sldMk cId="3655722157" sldId="272"/>
            <ac:spMk id="13" creationId="{E0822997-EA15-A800-A8BC-21836458B48D}"/>
          </ac:spMkLst>
        </pc:spChg>
        <pc:spChg chg="mod">
          <ac:chgData name="dary wishal" userId="1b26b81af995aed6" providerId="LiveId" clId="{A7B3D130-BEDF-4EA5-89E2-9D3CF2AECD5D}" dt="2026-07-22T02:40:42.526" v="430" actId="1076"/>
          <ac:spMkLst>
            <pc:docMk/>
            <pc:sldMk cId="3655722157" sldId="272"/>
            <ac:spMk id="14" creationId="{066A1F3A-2ED6-1714-F47E-3AFC31FFE583}"/>
          </ac:spMkLst>
        </pc:spChg>
        <pc:spChg chg="mod">
          <ac:chgData name="dary wishal" userId="1b26b81af995aed6" providerId="LiveId" clId="{A7B3D130-BEDF-4EA5-89E2-9D3CF2AECD5D}" dt="2026-07-22T02:40:42.526" v="430" actId="1076"/>
          <ac:spMkLst>
            <pc:docMk/>
            <pc:sldMk cId="3655722157" sldId="272"/>
            <ac:spMk id="15" creationId="{96A86B42-3EC1-DEA3-5D6D-A0779FE20AF1}"/>
          </ac:spMkLst>
        </pc:spChg>
        <pc:spChg chg="mod">
          <ac:chgData name="dary wishal" userId="1b26b81af995aed6" providerId="LiveId" clId="{A7B3D130-BEDF-4EA5-89E2-9D3CF2AECD5D}" dt="2026-07-22T02:40:42.526" v="430" actId="1076"/>
          <ac:spMkLst>
            <pc:docMk/>
            <pc:sldMk cId="3655722157" sldId="272"/>
            <ac:spMk id="16" creationId="{78D0BC3E-004E-F5B5-F141-26A7A07515AD}"/>
          </ac:spMkLst>
        </pc:spChg>
        <pc:spChg chg="mod">
          <ac:chgData name="dary wishal" userId="1b26b81af995aed6" providerId="LiveId" clId="{A7B3D130-BEDF-4EA5-89E2-9D3CF2AECD5D}" dt="2026-07-22T02:40:42.526" v="430" actId="1076"/>
          <ac:spMkLst>
            <pc:docMk/>
            <pc:sldMk cId="3655722157" sldId="272"/>
            <ac:spMk id="17" creationId="{BDAEB2C8-4C47-8501-9863-B18C51EF8F3B}"/>
          </ac:spMkLst>
        </pc:spChg>
        <pc:spChg chg="mod">
          <ac:chgData name="dary wishal" userId="1b26b81af995aed6" providerId="LiveId" clId="{A7B3D130-BEDF-4EA5-89E2-9D3CF2AECD5D}" dt="2026-07-22T02:40:42.526" v="430" actId="1076"/>
          <ac:spMkLst>
            <pc:docMk/>
            <pc:sldMk cId="3655722157" sldId="272"/>
            <ac:spMk id="18" creationId="{A48CB1B3-8B0F-82A3-777D-82666B67182F}"/>
          </ac:spMkLst>
        </pc:spChg>
        <pc:spChg chg="mod">
          <ac:chgData name="dary wishal" userId="1b26b81af995aed6" providerId="LiveId" clId="{A7B3D130-BEDF-4EA5-89E2-9D3CF2AECD5D}" dt="2026-07-23T12:59:20.767" v="1042" actId="207"/>
          <ac:spMkLst>
            <pc:docMk/>
            <pc:sldMk cId="3655722157" sldId="272"/>
            <ac:spMk id="19" creationId="{D8D26916-711B-91F3-1F0F-6D887F0AD728}"/>
          </ac:spMkLst>
        </pc:spChg>
        <pc:spChg chg="add mod">
          <ac:chgData name="dary wishal" userId="1b26b81af995aed6" providerId="LiveId" clId="{A7B3D130-BEDF-4EA5-89E2-9D3CF2AECD5D}" dt="2026-07-22T02:40:09.144" v="427" actId="20577"/>
          <ac:spMkLst>
            <pc:docMk/>
            <pc:sldMk cId="3655722157" sldId="272"/>
            <ac:spMk id="24" creationId="{9FD37508-95B2-ADAD-ADB5-941513C358E5}"/>
          </ac:spMkLst>
        </pc:spChg>
        <pc:spChg chg="add mod">
          <ac:chgData name="dary wishal" userId="1b26b81af995aed6" providerId="LiveId" clId="{A7B3D130-BEDF-4EA5-89E2-9D3CF2AECD5D}" dt="2026-07-22T02:43:26.374" v="538" actId="1076"/>
          <ac:spMkLst>
            <pc:docMk/>
            <pc:sldMk cId="3655722157" sldId="272"/>
            <ac:spMk id="26" creationId="{5AF9AF0D-AA0A-8B2C-2FBB-BD47383AA90C}"/>
          </ac:spMkLst>
        </pc:spChg>
        <pc:spChg chg="add mod">
          <ac:chgData name="dary wishal" userId="1b26b81af995aed6" providerId="LiveId" clId="{A7B3D130-BEDF-4EA5-89E2-9D3CF2AECD5D}" dt="2026-07-22T10:14:36.204" v="829" actId="20577"/>
          <ac:spMkLst>
            <pc:docMk/>
            <pc:sldMk cId="3655722157" sldId="272"/>
            <ac:spMk id="28" creationId="{4C52DBEE-2BEE-404B-4E89-AD7D661BF98F}"/>
          </ac:spMkLst>
        </pc:spChg>
        <pc:picChg chg="add del mod">
          <ac:chgData name="dary wishal" userId="1b26b81af995aed6" providerId="LiveId" clId="{A7B3D130-BEDF-4EA5-89E2-9D3CF2AECD5D}" dt="2026-07-22T01:50:44.249" v="214" actId="478"/>
          <ac:picMkLst>
            <pc:docMk/>
            <pc:sldMk cId="3655722157" sldId="272"/>
            <ac:picMk id="9" creationId="{DDE1D3FB-73D0-EA9A-319A-CBB08E208603}"/>
          </ac:picMkLst>
        </pc:picChg>
        <pc:picChg chg="add del">
          <ac:chgData name="dary wishal" userId="1b26b81af995aed6" providerId="LiveId" clId="{A7B3D130-BEDF-4EA5-89E2-9D3CF2AECD5D}" dt="2026-07-23T13:02:36.903" v="1044" actId="22"/>
          <ac:picMkLst>
            <pc:docMk/>
            <pc:sldMk cId="3655722157" sldId="272"/>
            <ac:picMk id="30" creationId="{955E5836-F685-C266-AB38-581B8D2B36A3}"/>
          </ac:picMkLst>
        </pc:picChg>
      </pc:sldChg>
      <pc:sldChg chg="addSp delSp modSp mod">
        <pc:chgData name="dary wishal" userId="1b26b81af995aed6" providerId="LiveId" clId="{A7B3D130-BEDF-4EA5-89E2-9D3CF2AECD5D}" dt="2026-07-22T10:15:59.274" v="846" actId="22"/>
        <pc:sldMkLst>
          <pc:docMk/>
          <pc:sldMk cId="491443510" sldId="273"/>
        </pc:sldMkLst>
        <pc:spChg chg="mod">
          <ac:chgData name="dary wishal" userId="1b26b81af995aed6" providerId="LiveId" clId="{A7B3D130-BEDF-4EA5-89E2-9D3CF2AECD5D}" dt="2026-07-22T09:58:50.499" v="568" actId="20577"/>
          <ac:spMkLst>
            <pc:docMk/>
            <pc:sldMk cId="491443510" sldId="273"/>
            <ac:spMk id="5" creationId="{EE19A602-FDAF-0A86-41B2-3EF18236F1B8}"/>
          </ac:spMkLst>
        </pc:spChg>
        <pc:spChg chg="mod">
          <ac:chgData name="dary wishal" userId="1b26b81af995aed6" providerId="LiveId" clId="{A7B3D130-BEDF-4EA5-89E2-9D3CF2AECD5D}" dt="2026-07-22T10:01:07.622" v="589" actId="1076"/>
          <ac:spMkLst>
            <pc:docMk/>
            <pc:sldMk cId="491443510" sldId="273"/>
            <ac:spMk id="8" creationId="{805E43D0-825C-D4F8-2B87-BF61F2B08B79}"/>
          </ac:spMkLst>
        </pc:spChg>
        <pc:spChg chg="mod">
          <ac:chgData name="dary wishal" userId="1b26b81af995aed6" providerId="LiveId" clId="{A7B3D130-BEDF-4EA5-89E2-9D3CF2AECD5D}" dt="2026-07-22T10:01:26.013" v="590" actId="1076"/>
          <ac:spMkLst>
            <pc:docMk/>
            <pc:sldMk cId="491443510" sldId="273"/>
            <ac:spMk id="9" creationId="{71983954-5EF8-72F5-4AD9-A67863186E04}"/>
          </ac:spMkLst>
        </pc:spChg>
        <pc:spChg chg="add del">
          <ac:chgData name="dary wishal" userId="1b26b81af995aed6" providerId="LiveId" clId="{A7B3D130-BEDF-4EA5-89E2-9D3CF2AECD5D}" dt="2026-07-22T10:00:06.120" v="576" actId="478"/>
          <ac:spMkLst>
            <pc:docMk/>
            <pc:sldMk cId="491443510" sldId="273"/>
            <ac:spMk id="11" creationId="{0EB192B3-4BF9-CAF9-B3CF-39FE44E82394}"/>
          </ac:spMkLst>
        </pc:spChg>
        <pc:spChg chg="mod">
          <ac:chgData name="dary wishal" userId="1b26b81af995aed6" providerId="LiveId" clId="{A7B3D130-BEDF-4EA5-89E2-9D3CF2AECD5D}" dt="2026-07-22T09:59:00.492" v="569" actId="1076"/>
          <ac:spMkLst>
            <pc:docMk/>
            <pc:sldMk cId="491443510" sldId="273"/>
            <ac:spMk id="12" creationId="{4776AECB-3BE8-51ED-CA00-DBA5CCA8087D}"/>
          </ac:spMkLst>
        </pc:spChg>
        <pc:spChg chg="mod">
          <ac:chgData name="dary wishal" userId="1b26b81af995aed6" providerId="LiveId" clId="{A7B3D130-BEDF-4EA5-89E2-9D3CF2AECD5D}" dt="2026-07-22T10:00:16.297" v="579" actId="404"/>
          <ac:spMkLst>
            <pc:docMk/>
            <pc:sldMk cId="491443510" sldId="273"/>
            <ac:spMk id="13" creationId="{B6199693-6B70-7208-0450-E5B5E77B2423}"/>
          </ac:spMkLst>
        </pc:spChg>
        <pc:spChg chg="mod">
          <ac:chgData name="dary wishal" userId="1b26b81af995aed6" providerId="LiveId" clId="{A7B3D130-BEDF-4EA5-89E2-9D3CF2AECD5D}" dt="2026-07-22T09:59:18.951" v="572" actId="1076"/>
          <ac:spMkLst>
            <pc:docMk/>
            <pc:sldMk cId="491443510" sldId="273"/>
            <ac:spMk id="14" creationId="{FF20E3ED-2AE8-8993-2ED9-99888D095A9C}"/>
          </ac:spMkLst>
        </pc:spChg>
        <pc:spChg chg="mod">
          <ac:chgData name="dary wishal" userId="1b26b81af995aed6" providerId="LiveId" clId="{A7B3D130-BEDF-4EA5-89E2-9D3CF2AECD5D}" dt="2026-07-22T10:00:57.988" v="588" actId="1076"/>
          <ac:spMkLst>
            <pc:docMk/>
            <pc:sldMk cId="491443510" sldId="273"/>
            <ac:spMk id="15" creationId="{A32ADCB4-DA07-4A30-FE7B-9BB19531B1E1}"/>
          </ac:spMkLst>
        </pc:spChg>
        <pc:spChg chg="mod">
          <ac:chgData name="dary wishal" userId="1b26b81af995aed6" providerId="LiveId" clId="{A7B3D130-BEDF-4EA5-89E2-9D3CF2AECD5D}" dt="2026-07-22T09:59:18.951" v="572" actId="1076"/>
          <ac:spMkLst>
            <pc:docMk/>
            <pc:sldMk cId="491443510" sldId="273"/>
            <ac:spMk id="16" creationId="{6B46F139-AF6F-9D4E-6E74-8DFCBA96310D}"/>
          </ac:spMkLst>
        </pc:spChg>
        <pc:spChg chg="mod">
          <ac:chgData name="dary wishal" userId="1b26b81af995aed6" providerId="LiveId" clId="{A7B3D130-BEDF-4EA5-89E2-9D3CF2AECD5D}" dt="2026-07-22T09:59:18.951" v="572" actId="1076"/>
          <ac:spMkLst>
            <pc:docMk/>
            <pc:sldMk cId="491443510" sldId="273"/>
            <ac:spMk id="18" creationId="{F04518D6-23CC-AC3A-1FC3-1F3FFAA69257}"/>
          </ac:spMkLst>
        </pc:spChg>
        <pc:spChg chg="mod">
          <ac:chgData name="dary wishal" userId="1b26b81af995aed6" providerId="LiveId" clId="{A7B3D130-BEDF-4EA5-89E2-9D3CF2AECD5D}" dt="2026-07-22T10:00:34.791" v="582" actId="14100"/>
          <ac:spMkLst>
            <pc:docMk/>
            <pc:sldMk cId="491443510" sldId="273"/>
            <ac:spMk id="23" creationId="{DE5115A4-9CFB-E933-8A53-3FC9235B8867}"/>
          </ac:spMkLst>
        </pc:spChg>
        <pc:spChg chg="mod">
          <ac:chgData name="dary wishal" userId="1b26b81af995aed6" providerId="LiveId" clId="{A7B3D130-BEDF-4EA5-89E2-9D3CF2AECD5D}" dt="2026-07-22T10:00:26.387" v="580" actId="1076"/>
          <ac:spMkLst>
            <pc:docMk/>
            <pc:sldMk cId="491443510" sldId="273"/>
            <ac:spMk id="24" creationId="{F9347944-7ED1-6EC7-A7C7-4AB33AB08B31}"/>
          </ac:spMkLst>
        </pc:spChg>
        <pc:spChg chg="add">
          <ac:chgData name="dary wishal" userId="1b26b81af995aed6" providerId="LiveId" clId="{A7B3D130-BEDF-4EA5-89E2-9D3CF2AECD5D}" dt="2026-07-22T10:15:59.274" v="846" actId="22"/>
          <ac:spMkLst>
            <pc:docMk/>
            <pc:sldMk cId="491443510" sldId="273"/>
            <ac:spMk id="27" creationId="{7F045BF2-D0D6-24A1-0CC0-E71BB27E4323}"/>
          </ac:spMkLst>
        </pc:spChg>
      </pc:sldChg>
      <pc:sldChg chg="add del">
        <pc:chgData name="dary wishal" userId="1b26b81af995aed6" providerId="LiveId" clId="{A7B3D130-BEDF-4EA5-89E2-9D3CF2AECD5D}" dt="2026-07-22T01:41:32.695" v="178"/>
        <pc:sldMkLst>
          <pc:docMk/>
          <pc:sldMk cId="1591859513" sldId="273"/>
        </pc:sldMkLst>
      </pc:sldChg>
      <pc:sldChg chg="addSp mod">
        <pc:chgData name="dary wishal" userId="1b26b81af995aed6" providerId="LiveId" clId="{A7B3D130-BEDF-4EA5-89E2-9D3CF2AECD5D}" dt="2026-07-22T10:15:50.778" v="844" actId="22"/>
        <pc:sldMkLst>
          <pc:docMk/>
          <pc:sldMk cId="1644391450" sldId="274"/>
        </pc:sldMkLst>
        <pc:spChg chg="add">
          <ac:chgData name="dary wishal" userId="1b26b81af995aed6" providerId="LiveId" clId="{A7B3D130-BEDF-4EA5-89E2-9D3CF2AECD5D}" dt="2026-07-22T10:15:50.778" v="844" actId="22"/>
          <ac:spMkLst>
            <pc:docMk/>
            <pc:sldMk cId="1644391450" sldId="274"/>
            <ac:spMk id="11" creationId="{FF2696F2-E9E5-9CA8-EF7A-24F6E25823D8}"/>
          </ac:spMkLst>
        </pc:spChg>
      </pc:sldChg>
      <pc:sldChg chg="addSp modSp mod">
        <pc:chgData name="dary wishal" userId="1b26b81af995aed6" providerId="LiveId" clId="{A7B3D130-BEDF-4EA5-89E2-9D3CF2AECD5D}" dt="2026-07-22T10:13:41.674" v="816" actId="20577"/>
        <pc:sldMkLst>
          <pc:docMk/>
          <pc:sldMk cId="3036990264" sldId="275"/>
        </pc:sldMkLst>
        <pc:spChg chg="add mod">
          <ac:chgData name="dary wishal" userId="1b26b81af995aed6" providerId="LiveId" clId="{A7B3D130-BEDF-4EA5-89E2-9D3CF2AECD5D}" dt="2026-07-22T10:13:41.674" v="816" actId="20577"/>
          <ac:spMkLst>
            <pc:docMk/>
            <pc:sldMk cId="3036990264" sldId="275"/>
            <ac:spMk id="10" creationId="{C0A228A2-A5E2-938A-7CD2-7BC4516FF6A8}"/>
          </ac:spMkLst>
        </pc:spChg>
      </pc:sldChg>
      <pc:sldChg chg="addSp modSp mod">
        <pc:chgData name="dary wishal" userId="1b26b81af995aed6" providerId="LiveId" clId="{A7B3D130-BEDF-4EA5-89E2-9D3CF2AECD5D}" dt="2026-07-22T10:15:40.608" v="843" actId="20577"/>
        <pc:sldMkLst>
          <pc:docMk/>
          <pc:sldMk cId="27596626" sldId="276"/>
        </pc:sldMkLst>
        <pc:spChg chg="add mod">
          <ac:chgData name="dary wishal" userId="1b26b81af995aed6" providerId="LiveId" clId="{A7B3D130-BEDF-4EA5-89E2-9D3CF2AECD5D}" dt="2026-07-22T10:15:40.608" v="843" actId="20577"/>
          <ac:spMkLst>
            <pc:docMk/>
            <pc:sldMk cId="27596626" sldId="276"/>
            <ac:spMk id="11" creationId="{AD6A0C03-D8D1-3620-2C7B-5EA9CBF76D9E}"/>
          </ac:spMkLst>
        </pc:spChg>
      </pc:sldChg>
      <pc:sldChg chg="addSp mod">
        <pc:chgData name="dary wishal" userId="1b26b81af995aed6" providerId="LiveId" clId="{A7B3D130-BEDF-4EA5-89E2-9D3CF2AECD5D}" dt="2026-07-22T10:15:55.105" v="845" actId="22"/>
        <pc:sldMkLst>
          <pc:docMk/>
          <pc:sldMk cId="2100840814" sldId="277"/>
        </pc:sldMkLst>
        <pc:spChg chg="add">
          <ac:chgData name="dary wishal" userId="1b26b81af995aed6" providerId="LiveId" clId="{A7B3D130-BEDF-4EA5-89E2-9D3CF2AECD5D}" dt="2026-07-22T10:15:55.105" v="845" actId="22"/>
          <ac:spMkLst>
            <pc:docMk/>
            <pc:sldMk cId="2100840814" sldId="277"/>
            <ac:spMk id="8" creationId="{354F4AF7-5EC9-7A76-F80F-1700C3BA35F4}"/>
          </ac:spMkLst>
        </pc:spChg>
      </pc:sldChg>
      <pc:sldChg chg="delSp modSp add mod ord">
        <pc:chgData name="dary wishal" userId="1b26b81af995aed6" providerId="LiveId" clId="{A7B3D130-BEDF-4EA5-89E2-9D3CF2AECD5D}" dt="2026-07-22T10:15:24.741" v="838" actId="20577"/>
        <pc:sldMkLst>
          <pc:docMk/>
          <pc:sldMk cId="3344561739" sldId="278"/>
        </pc:sldMkLst>
        <pc:spChg chg="mod">
          <ac:chgData name="dary wishal" userId="1b26b81af995aed6" providerId="LiveId" clId="{A7B3D130-BEDF-4EA5-89E2-9D3CF2AECD5D}" dt="2026-07-22T10:15:24.741" v="838" actId="20577"/>
          <ac:spMkLst>
            <pc:docMk/>
            <pc:sldMk cId="3344561739" sldId="278"/>
            <ac:spMk id="6" creationId="{5BF93955-8B48-AA4C-169B-4C31A709023E}"/>
          </ac:spMkLst>
        </pc:spChg>
        <pc:spChg chg="mod">
          <ac:chgData name="dary wishal" userId="1b26b81af995aed6" providerId="LiveId" clId="{A7B3D130-BEDF-4EA5-89E2-9D3CF2AECD5D}" dt="2026-07-22T10:07:11.144" v="646" actId="20577"/>
          <ac:spMkLst>
            <pc:docMk/>
            <pc:sldMk cId="3344561739" sldId="278"/>
            <ac:spMk id="7" creationId="{1B7E99E9-FFF0-6FB3-3D2C-EA20C622E6D2}"/>
          </ac:spMkLst>
        </pc:spChg>
        <pc:spChg chg="del">
          <ac:chgData name="dary wishal" userId="1b26b81af995aed6" providerId="LiveId" clId="{A7B3D130-BEDF-4EA5-89E2-9D3CF2AECD5D}" dt="2026-07-22T10:07:13.619" v="647" actId="478"/>
          <ac:spMkLst>
            <pc:docMk/>
            <pc:sldMk cId="3344561739" sldId="278"/>
            <ac:spMk id="8" creationId="{E2F87BCD-0410-7EC7-C9C7-5699EBFA6908}"/>
          </ac:spMkLst>
        </pc:spChg>
      </pc:sldChg>
      <pc:sldChg chg="delSp modSp add mod ord">
        <pc:chgData name="dary wishal" userId="1b26b81af995aed6" providerId="LiveId" clId="{A7B3D130-BEDF-4EA5-89E2-9D3CF2AECD5D}" dt="2026-07-22T10:14:59.877" v="836" actId="20577"/>
        <pc:sldMkLst>
          <pc:docMk/>
          <pc:sldMk cId="3892270982" sldId="279"/>
        </pc:sldMkLst>
        <pc:spChg chg="mod">
          <ac:chgData name="dary wishal" userId="1b26b81af995aed6" providerId="LiveId" clId="{A7B3D130-BEDF-4EA5-89E2-9D3CF2AECD5D}" dt="2026-07-22T10:14:59.877" v="836" actId="20577"/>
          <ac:spMkLst>
            <pc:docMk/>
            <pc:sldMk cId="3892270982" sldId="279"/>
            <ac:spMk id="6" creationId="{AFE8C151-68C3-458D-2F47-6E10ACC8AA2D}"/>
          </ac:spMkLst>
        </pc:spChg>
        <pc:spChg chg="mod">
          <ac:chgData name="dary wishal" userId="1b26b81af995aed6" providerId="LiveId" clId="{A7B3D130-BEDF-4EA5-89E2-9D3CF2AECD5D}" dt="2026-07-22T10:06:32.960" v="631" actId="20577"/>
          <ac:spMkLst>
            <pc:docMk/>
            <pc:sldMk cId="3892270982" sldId="279"/>
            <ac:spMk id="7" creationId="{B3114A7B-DE1B-5630-88B7-731E04C65530}"/>
          </ac:spMkLst>
        </pc:spChg>
        <pc:spChg chg="del">
          <ac:chgData name="dary wishal" userId="1b26b81af995aed6" providerId="LiveId" clId="{A7B3D130-BEDF-4EA5-89E2-9D3CF2AECD5D}" dt="2026-07-22T10:06:41.030" v="632" actId="478"/>
          <ac:spMkLst>
            <pc:docMk/>
            <pc:sldMk cId="3892270982" sldId="279"/>
            <ac:spMk id="8" creationId="{844402C6-2FFE-B220-10C4-87892E2BD332}"/>
          </ac:spMkLst>
        </pc:spChg>
      </pc:sldChg>
      <pc:sldChg chg="modSp add mod ord">
        <pc:chgData name="dary wishal" userId="1b26b81af995aed6" providerId="LiveId" clId="{A7B3D130-BEDF-4EA5-89E2-9D3CF2AECD5D}" dt="2026-07-22T10:15:33.042" v="840" actId="20577"/>
        <pc:sldMkLst>
          <pc:docMk/>
          <pc:sldMk cId="1801748907" sldId="280"/>
        </pc:sldMkLst>
        <pc:spChg chg="mod">
          <ac:chgData name="dary wishal" userId="1b26b81af995aed6" providerId="LiveId" clId="{A7B3D130-BEDF-4EA5-89E2-9D3CF2AECD5D}" dt="2026-07-22T10:15:33.042" v="840" actId="20577"/>
          <ac:spMkLst>
            <pc:docMk/>
            <pc:sldMk cId="1801748907" sldId="280"/>
            <ac:spMk id="6" creationId="{AEC131E5-7479-2627-41A7-6EBBBA558952}"/>
          </ac:spMkLst>
        </pc:spChg>
        <pc:spChg chg="mod">
          <ac:chgData name="dary wishal" userId="1b26b81af995aed6" providerId="LiveId" clId="{A7B3D130-BEDF-4EA5-89E2-9D3CF2AECD5D}" dt="2026-07-22T10:07:23.622" v="659" actId="20577"/>
          <ac:spMkLst>
            <pc:docMk/>
            <pc:sldMk cId="1801748907" sldId="280"/>
            <ac:spMk id="7" creationId="{AB86D200-7610-E488-C262-CD92FF5C83A1}"/>
          </ac:spMkLst>
        </pc:spChg>
      </pc:sldChg>
      <pc:sldChg chg="modSp add mod">
        <pc:chgData name="dary wishal" userId="1b26b81af995aed6" providerId="LiveId" clId="{A7B3D130-BEDF-4EA5-89E2-9D3CF2AECD5D}" dt="2026-07-22T10:16:47.963" v="887" actId="20577"/>
        <pc:sldMkLst>
          <pc:docMk/>
          <pc:sldMk cId="3548965126" sldId="281"/>
        </pc:sldMkLst>
        <pc:spChg chg="mod">
          <ac:chgData name="dary wishal" userId="1b26b81af995aed6" providerId="LiveId" clId="{A7B3D130-BEDF-4EA5-89E2-9D3CF2AECD5D}" dt="2026-07-22T10:16:38.532" v="869" actId="20577"/>
          <ac:spMkLst>
            <pc:docMk/>
            <pc:sldMk cId="3548965126" sldId="281"/>
            <ac:spMk id="6" creationId="{7532F29E-5C96-A0FF-4DD2-2FE4778EE27F}"/>
          </ac:spMkLst>
        </pc:spChg>
        <pc:spChg chg="mod">
          <ac:chgData name="dary wishal" userId="1b26b81af995aed6" providerId="LiveId" clId="{A7B3D130-BEDF-4EA5-89E2-9D3CF2AECD5D}" dt="2026-07-22T10:16:47.963" v="887" actId="20577"/>
          <ac:spMkLst>
            <pc:docMk/>
            <pc:sldMk cId="3548965126" sldId="281"/>
            <ac:spMk id="7" creationId="{20FC0E26-D9C2-DC55-32B5-BED1F0809D71}"/>
          </ac:spMkLst>
        </pc:spChg>
        <pc:spChg chg="mod">
          <ac:chgData name="dary wishal" userId="1b26b81af995aed6" providerId="LiveId" clId="{A7B3D130-BEDF-4EA5-89E2-9D3CF2AECD5D}" dt="2026-07-22T10:16:29.008" v="849" actId="20577"/>
          <ac:spMkLst>
            <pc:docMk/>
            <pc:sldMk cId="3548965126" sldId="281"/>
            <ac:spMk id="12" creationId="{5B69BABB-61D4-5704-9B67-91CE9DFFC6CC}"/>
          </ac:spMkLst>
        </pc:spChg>
      </pc:sldChg>
      <pc:sldChg chg="add">
        <pc:chgData name="dary wishal" userId="1b26b81af995aed6" providerId="LiveId" clId="{A7B3D130-BEDF-4EA5-89E2-9D3CF2AECD5D}" dt="2026-07-22T10:19:01.516" v="977"/>
        <pc:sldMkLst>
          <pc:docMk/>
          <pc:sldMk cId="3637111826" sldId="282"/>
        </pc:sldMkLst>
      </pc:sldChg>
      <pc:sldChg chg="add">
        <pc:chgData name="dary wishal" userId="1b26b81af995aed6" providerId="LiveId" clId="{A7B3D130-BEDF-4EA5-89E2-9D3CF2AECD5D}" dt="2026-07-23T13:02:48.883" v="1045"/>
        <pc:sldMkLst>
          <pc:docMk/>
          <pc:sldMk cId="2780948940" sldId="283"/>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3592605-5B70-48EA-8855-E96FA4C99F9B}" type="datetimeFigureOut">
              <a:rPr lang="en-US" smtClean="0"/>
              <a:t>23-Jul-26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3B1DE23-60C3-4D92-AE4A-C0C5C56BB235}" type="slidenum">
              <a:rPr lang="en-US" smtClean="0"/>
              <a:t>‹#›</a:t>
            </a:fld>
            <a:endParaRPr lang="en-US"/>
          </a:p>
        </p:txBody>
      </p:sp>
    </p:spTree>
    <p:extLst>
      <p:ext uri="{BB962C8B-B14F-4D97-AF65-F5344CB8AC3E}">
        <p14:creationId xmlns:p14="http://schemas.microsoft.com/office/powerpoint/2010/main" val="38432741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3B1DE23-60C3-4D92-AE4A-C0C5C56BB235}" type="slidenum">
              <a:rPr lang="en-US" smtClean="0"/>
              <a:t>16</a:t>
            </a:fld>
            <a:endParaRPr lang="en-US"/>
          </a:p>
        </p:txBody>
      </p:sp>
    </p:spTree>
    <p:extLst>
      <p:ext uri="{BB962C8B-B14F-4D97-AF65-F5344CB8AC3E}">
        <p14:creationId xmlns:p14="http://schemas.microsoft.com/office/powerpoint/2010/main" val="211712283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84ECA9-00F4-3767-5DFC-1BA638E5B2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476B31-A68E-6554-82E2-32CAFE40781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F1F5EFC-7F11-9AA2-1555-ED44F96BA0EF}"/>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42277647-98EF-86DD-87AE-6D77B7656523}"/>
              </a:ext>
            </a:extLst>
          </p:cNvPr>
          <p:cNvSpPr>
            <a:spLocks noGrp="1"/>
          </p:cNvSpPr>
          <p:nvPr>
            <p:ph type="sldNum" sz="quarter" idx="5"/>
          </p:nvPr>
        </p:nvSpPr>
        <p:spPr/>
        <p:txBody>
          <a:bodyPr/>
          <a:lstStyle/>
          <a:p>
            <a:fld id="{A3B1DE23-60C3-4D92-AE4A-C0C5C56BB235}" type="slidenum">
              <a:rPr lang="en-US" smtClean="0"/>
              <a:t>17</a:t>
            </a:fld>
            <a:endParaRPr lang="en-US"/>
          </a:p>
        </p:txBody>
      </p:sp>
    </p:spTree>
    <p:extLst>
      <p:ext uri="{BB962C8B-B14F-4D97-AF65-F5344CB8AC3E}">
        <p14:creationId xmlns:p14="http://schemas.microsoft.com/office/powerpoint/2010/main" val="198427920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2D2FF9-7643-60F8-6EFD-591C3766CA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6FA963-89AF-4999-72BB-C72C29DDFD4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358B429-1E14-CC09-F5BB-DB563B8F1551}"/>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49ECE268-7B0D-FFDD-C539-47BA37794F3F}"/>
              </a:ext>
            </a:extLst>
          </p:cNvPr>
          <p:cNvSpPr>
            <a:spLocks noGrp="1"/>
          </p:cNvSpPr>
          <p:nvPr>
            <p:ph type="sldNum" sz="quarter" idx="5"/>
          </p:nvPr>
        </p:nvSpPr>
        <p:spPr/>
        <p:txBody>
          <a:bodyPr/>
          <a:lstStyle/>
          <a:p>
            <a:fld id="{A3B1DE23-60C3-4D92-AE4A-C0C5C56BB235}" type="slidenum">
              <a:rPr lang="en-US" smtClean="0"/>
              <a:t>21</a:t>
            </a:fld>
            <a:endParaRPr lang="en-US"/>
          </a:p>
        </p:txBody>
      </p:sp>
    </p:spTree>
    <p:extLst>
      <p:ext uri="{BB962C8B-B14F-4D97-AF65-F5344CB8AC3E}">
        <p14:creationId xmlns:p14="http://schemas.microsoft.com/office/powerpoint/2010/main" val="387087315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7AC5D9-44E7-432D-06D6-89B8FBC605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4011CB-BDBA-8219-E955-DD7F07E320A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6E266D5-576B-B6C7-3B6D-7D27ECEF9A3E}"/>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3770314D-3D7E-2419-ED68-392C0F1AD923}"/>
              </a:ext>
            </a:extLst>
          </p:cNvPr>
          <p:cNvSpPr>
            <a:spLocks noGrp="1"/>
          </p:cNvSpPr>
          <p:nvPr>
            <p:ph type="sldNum" sz="quarter" idx="5"/>
          </p:nvPr>
        </p:nvSpPr>
        <p:spPr/>
        <p:txBody>
          <a:bodyPr/>
          <a:lstStyle/>
          <a:p>
            <a:fld id="{A3B1DE23-60C3-4D92-AE4A-C0C5C56BB235}" type="slidenum">
              <a:rPr lang="en-US" smtClean="0"/>
              <a:t>23</a:t>
            </a:fld>
            <a:endParaRPr lang="en-US"/>
          </a:p>
        </p:txBody>
      </p:sp>
    </p:spTree>
    <p:extLst>
      <p:ext uri="{BB962C8B-B14F-4D97-AF65-F5344CB8AC3E}">
        <p14:creationId xmlns:p14="http://schemas.microsoft.com/office/powerpoint/2010/main" val="210068898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1FBE2F-80CE-B117-B449-01E8129983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611FA3-3F03-F0BF-94C0-E92213C9C64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EC2956C8-EB43-F26B-BC8C-B28E9EC6EB3C}"/>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817F01ED-4ECB-EA56-A14F-6E00125E77B0}"/>
              </a:ext>
            </a:extLst>
          </p:cNvPr>
          <p:cNvSpPr>
            <a:spLocks noGrp="1"/>
          </p:cNvSpPr>
          <p:nvPr>
            <p:ph type="sldNum" sz="quarter" idx="5"/>
          </p:nvPr>
        </p:nvSpPr>
        <p:spPr/>
        <p:txBody>
          <a:bodyPr/>
          <a:lstStyle/>
          <a:p>
            <a:fld id="{A3B1DE23-60C3-4D92-AE4A-C0C5C56BB235}" type="slidenum">
              <a:rPr lang="en-US" smtClean="0"/>
              <a:t>24</a:t>
            </a:fld>
            <a:endParaRPr lang="en-US"/>
          </a:p>
        </p:txBody>
      </p:sp>
    </p:spTree>
    <p:extLst>
      <p:ext uri="{BB962C8B-B14F-4D97-AF65-F5344CB8AC3E}">
        <p14:creationId xmlns:p14="http://schemas.microsoft.com/office/powerpoint/2010/main" val="27564416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A8587D-2A4B-B1F3-CB22-1291D4F956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9902EA2-6022-60D0-781E-BE1B0EAE282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24F4B17-1D2A-8B9B-F83C-EB2E5ADDBC39}"/>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59D83EB9-C3B8-26B6-AE53-C99462FA27FB}"/>
              </a:ext>
            </a:extLst>
          </p:cNvPr>
          <p:cNvSpPr>
            <a:spLocks noGrp="1"/>
          </p:cNvSpPr>
          <p:nvPr>
            <p:ph type="sldNum" sz="quarter" idx="5"/>
          </p:nvPr>
        </p:nvSpPr>
        <p:spPr/>
        <p:txBody>
          <a:bodyPr/>
          <a:lstStyle/>
          <a:p>
            <a:fld id="{A3B1DE23-60C3-4D92-AE4A-C0C5C56BB235}" type="slidenum">
              <a:rPr lang="en-US" smtClean="0"/>
              <a:t>26</a:t>
            </a:fld>
            <a:endParaRPr lang="en-US"/>
          </a:p>
        </p:txBody>
      </p:sp>
    </p:spTree>
    <p:extLst>
      <p:ext uri="{BB962C8B-B14F-4D97-AF65-F5344CB8AC3E}">
        <p14:creationId xmlns:p14="http://schemas.microsoft.com/office/powerpoint/2010/main" val="34851145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23-Jul-26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23-Jul-26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23-Jul-26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23-Jul-26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23-Jul-26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23-Jul-26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23-Jul-26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23-Jul-26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23-Jul-26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23-Jul-26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23-Jul-26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23-Jul-26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hyperlink" Target="https://myrp.sharepoint.com/:x:/r/sites/FYP-ARDE/_layouts/15/Doc.aspx?action=edit&amp;sourcedoc=%7B9c6ec872-4759-48a1-b136-d0ecbcaf9543%7D&amp;wdExp=TEAMS-TREATMENT&amp;web=1&amp;TeamsCID=216a6762-f7ae-4d33-9582-b930cfea6fba" TargetMode="External"/><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2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2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1.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Panel"/>
          <p:cNvSpPr/>
          <p:nvPr/>
        </p:nvSpPr>
        <p:spPr>
          <a:xfrm>
            <a:off x="0" y="0"/>
            <a:ext cx="12191695" cy="6858000"/>
          </a:xfrm>
          <a:prstGeom prst="rect">
            <a:avLst/>
          </a:prstGeom>
          <a:gradFill rotWithShape="1">
            <a:gsLst>
              <a:gs pos="0">
                <a:srgbClr val="27247B"/>
              </a:gs>
              <a:gs pos="100000">
                <a:srgbClr val="1A1860"/>
              </a:gs>
            </a:gsLst>
            <a:lin ang="189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AccentCircle"/>
          <p:cNvSpPr/>
          <p:nvPr/>
        </p:nvSpPr>
        <p:spPr>
          <a:xfrm>
            <a:off x="9966960" y="-1554480"/>
            <a:ext cx="4023360" cy="4023360"/>
          </a:xfrm>
          <a:prstGeom prst="ellipse">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ingOutline"/>
          <p:cNvSpPr/>
          <p:nvPr/>
        </p:nvSpPr>
        <p:spPr>
          <a:xfrm>
            <a:off x="-2103120" y="3017520"/>
            <a:ext cx="4572000" cy="4572000"/>
          </a:xfrm>
          <a:prstGeom prst="ellipse">
            <a:avLst/>
          </a:prstGeom>
          <a:noFill/>
          <a:ln w="25400">
            <a:solidFill>
              <a:srgbClr val="4E73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KickerLine"/>
          <p:cNvSpPr/>
          <p:nvPr/>
        </p:nvSpPr>
        <p:spPr>
          <a:xfrm>
            <a:off x="914400" y="2592848"/>
            <a:ext cx="3295650" cy="45720"/>
          </a:xfrm>
          <a:prstGeom prst="rect">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itle"/>
          <p:cNvSpPr txBox="1"/>
          <p:nvPr/>
        </p:nvSpPr>
        <p:spPr>
          <a:xfrm>
            <a:off x="854964" y="2714768"/>
            <a:ext cx="4056127" cy="1231106"/>
          </a:xfrm>
          <a:prstGeom prst="rect">
            <a:avLst/>
          </a:prstGeom>
          <a:noFill/>
        </p:spPr>
        <p:txBody>
          <a:bodyPr wrap="square" lIns="0" tIns="0" rIns="0" bIns="0" anchor="t">
            <a:spAutoFit/>
          </a:bodyPr>
          <a:lstStyle/>
          <a:p>
            <a:pPr algn="l">
              <a:lnSpc>
                <a:spcPct val="100000"/>
              </a:lnSpc>
            </a:pPr>
            <a:r>
              <a:rPr lang="en-US" sz="4000" b="1" i="0">
                <a:solidFill>
                  <a:srgbClr val="FFFFFF"/>
                </a:solidFill>
                <a:latin typeface="Segoe UI"/>
              </a:rPr>
              <a:t>ARDE Website </a:t>
            </a:r>
          </a:p>
          <a:p>
            <a:pPr algn="l">
              <a:lnSpc>
                <a:spcPct val="100000"/>
              </a:lnSpc>
            </a:pPr>
            <a:r>
              <a:rPr lang="en-US" sz="4000" b="1" i="0">
                <a:solidFill>
                  <a:srgbClr val="FFFFFF"/>
                </a:solidFill>
                <a:latin typeface="Segoe UI"/>
              </a:rPr>
              <a:t>Presentation </a:t>
            </a:r>
            <a:endParaRPr sz="4000" b="1" i="0">
              <a:solidFill>
                <a:srgbClr val="FFFFFF"/>
              </a:solidFill>
              <a:latin typeface="Segoe UI"/>
            </a:endParaRPr>
          </a:p>
        </p:txBody>
      </p:sp>
      <p:sp>
        <p:nvSpPr>
          <p:cNvPr id="8" name="Subtitle"/>
          <p:cNvSpPr txBox="1"/>
          <p:nvPr/>
        </p:nvSpPr>
        <p:spPr>
          <a:xfrm>
            <a:off x="3938434" y="6271260"/>
            <a:ext cx="4314825" cy="246221"/>
          </a:xfrm>
          <a:prstGeom prst="rect">
            <a:avLst/>
          </a:prstGeom>
          <a:noFill/>
        </p:spPr>
        <p:txBody>
          <a:bodyPr wrap="square" lIns="0" tIns="0" rIns="0" bIns="0" anchor="t">
            <a:spAutoFit/>
          </a:bodyPr>
          <a:lstStyle/>
          <a:p>
            <a:pPr algn="l"/>
            <a:r>
              <a:rPr lang="en-US" sz="1600" b="0" i="0">
                <a:solidFill>
                  <a:srgbClr val="DDDFF0"/>
                </a:solidFill>
                <a:latin typeface="Segoe UI"/>
              </a:rPr>
              <a:t>Created by: Wishal, Naufal, Clarence &amp; Xinyang</a:t>
            </a:r>
            <a:endParaRPr sz="1600" b="0" i="0">
              <a:solidFill>
                <a:srgbClr val="DDDFF0"/>
              </a:solidFill>
              <a:latin typeface="Segoe UI"/>
            </a:endParaRPr>
          </a:p>
        </p:txBody>
      </p:sp>
      <p:sp>
        <p:nvSpPr>
          <p:cNvPr id="10" name="LogoBadge"/>
          <p:cNvSpPr/>
          <p:nvPr/>
        </p:nvSpPr>
        <p:spPr>
          <a:xfrm>
            <a:off x="7280910" y="1912238"/>
            <a:ext cx="2472690" cy="247269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Logo" descr="main_logo.png"/>
          <p:cNvPicPr>
            <a:picLocks noChangeAspect="1"/>
          </p:cNvPicPr>
          <p:nvPr/>
        </p:nvPicPr>
        <p:blipFill>
          <a:blip r:embed="rId2"/>
          <a:stretch>
            <a:fillRect/>
          </a:stretch>
        </p:blipFill>
        <p:spPr>
          <a:xfrm>
            <a:off x="7616952" y="2344293"/>
            <a:ext cx="1773936" cy="1773936"/>
          </a:xfrm>
          <a:prstGeom prst="rect">
            <a:avLst/>
          </a:prstGeom>
        </p:spPr>
      </p:pic>
      <p:sp>
        <p:nvSpPr>
          <p:cNvPr id="12" name="PageNum"/>
          <p:cNvSpPr txBox="1"/>
          <p:nvPr/>
        </p:nvSpPr>
        <p:spPr>
          <a:xfrm>
            <a:off x="11292840" y="6263640"/>
            <a:ext cx="640080" cy="365760"/>
          </a:xfrm>
          <a:prstGeom prst="rect">
            <a:avLst/>
          </a:prstGeom>
          <a:noFill/>
        </p:spPr>
        <p:txBody>
          <a:bodyPr wrap="square" lIns="0" tIns="0" rIns="0" bIns="0" anchor="t">
            <a:spAutoFit/>
          </a:bodyPr>
          <a:lstStyle/>
          <a:p>
            <a:pPr algn="r"/>
            <a:r>
              <a:rPr sz="1300" b="1" i="0">
                <a:solidFill>
                  <a:srgbClr val="FFCB05"/>
                </a:solidFill>
                <a:latin typeface="Segoe UI"/>
              </a:rPr>
              <a:t>01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Fill"/>
          <p:cNvSpPr/>
          <p:nvPr/>
        </p:nvSpPr>
        <p:spPr>
          <a:xfrm>
            <a:off x="0" y="0"/>
            <a:ext cx="12191695" cy="6858000"/>
          </a:xfrm>
          <a:prstGeom prst="rect">
            <a:avLst/>
          </a:prstGeom>
          <a:solidFill>
            <a:srgbClr val="F0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BrandBar"/>
          <p:cNvSpPr/>
          <p:nvPr/>
        </p:nvSpPr>
        <p:spPr>
          <a:xfrm>
            <a:off x="0" y="0"/>
            <a:ext cx="3840480" cy="6858000"/>
          </a:xfrm>
          <a:prstGeom prst="rect">
            <a:avLst/>
          </a:prstGeom>
          <a:solidFill>
            <a:srgbClr val="272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AccentCircle"/>
          <p:cNvSpPr/>
          <p:nvPr/>
        </p:nvSpPr>
        <p:spPr>
          <a:xfrm>
            <a:off x="457200" y="502920"/>
            <a:ext cx="1051560" cy="1051560"/>
          </a:xfrm>
          <a:prstGeom prst="ellipse">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Kicker2"/>
          <p:cNvSpPr txBox="1"/>
          <p:nvPr/>
        </p:nvSpPr>
        <p:spPr>
          <a:xfrm>
            <a:off x="502920" y="1783080"/>
            <a:ext cx="2743200" cy="365760"/>
          </a:xfrm>
          <a:prstGeom prst="rect">
            <a:avLst/>
          </a:prstGeom>
          <a:noFill/>
        </p:spPr>
        <p:txBody>
          <a:bodyPr wrap="square" lIns="0" tIns="0" rIns="0" bIns="0" anchor="t">
            <a:spAutoFit/>
          </a:bodyPr>
          <a:lstStyle/>
          <a:p>
            <a:pPr algn="l"/>
            <a:r>
              <a:rPr sz="1200" b="1" i="0">
                <a:solidFill>
                  <a:srgbClr val="FFCB05"/>
                </a:solidFill>
                <a:latin typeface="Segoe UI"/>
              </a:rPr>
              <a:t>OVERVIEW</a:t>
            </a:r>
          </a:p>
        </p:txBody>
      </p:sp>
      <p:sp>
        <p:nvSpPr>
          <p:cNvPr id="6" name="SectionHeading"/>
          <p:cNvSpPr txBox="1"/>
          <p:nvPr/>
        </p:nvSpPr>
        <p:spPr>
          <a:xfrm>
            <a:off x="457200" y="2286000"/>
            <a:ext cx="3017520" cy="914400"/>
          </a:xfrm>
          <a:prstGeom prst="rect">
            <a:avLst/>
          </a:prstGeom>
          <a:noFill/>
        </p:spPr>
        <p:txBody>
          <a:bodyPr wrap="square" lIns="0" tIns="0" rIns="0" bIns="0" anchor="t">
            <a:spAutoFit/>
          </a:bodyPr>
          <a:lstStyle/>
          <a:p>
            <a:pPr algn="l"/>
            <a:r>
              <a:rPr sz="3400" b="1" i="0">
                <a:solidFill>
                  <a:srgbClr val="FFFFFF"/>
                </a:solidFill>
                <a:latin typeface="Segoe UI"/>
              </a:rPr>
              <a:t>Agenda</a:t>
            </a:r>
          </a:p>
        </p:txBody>
      </p:sp>
      <p:sp>
        <p:nvSpPr>
          <p:cNvPr id="7" name="SectionSub"/>
          <p:cNvSpPr txBox="1"/>
          <p:nvPr/>
        </p:nvSpPr>
        <p:spPr>
          <a:xfrm>
            <a:off x="502920" y="3063240"/>
            <a:ext cx="3017520" cy="548640"/>
          </a:xfrm>
          <a:prstGeom prst="rect">
            <a:avLst/>
          </a:prstGeom>
          <a:noFill/>
        </p:spPr>
        <p:txBody>
          <a:bodyPr wrap="square" lIns="0" tIns="0" rIns="0" bIns="0" anchor="t">
            <a:spAutoFit/>
          </a:bodyPr>
          <a:lstStyle/>
          <a:p>
            <a:pPr algn="l"/>
            <a:r>
              <a:rPr sz="1300" b="0" i="0">
                <a:solidFill>
                  <a:srgbClr val="DDDFF0"/>
                </a:solidFill>
                <a:latin typeface="Segoe UI"/>
              </a:rPr>
              <a:t>What we'll cover today</a:t>
            </a:r>
          </a:p>
        </p:txBody>
      </p:sp>
      <p:sp>
        <p:nvSpPr>
          <p:cNvPr id="8" name="ItemCircle_01"/>
          <p:cNvSpPr/>
          <p:nvPr/>
        </p:nvSpPr>
        <p:spPr>
          <a:xfrm>
            <a:off x="4343400" y="960120"/>
            <a:ext cx="502920" cy="502920"/>
          </a:xfrm>
          <a:prstGeom prst="ellipse">
            <a:avLst/>
          </a:prstGeom>
          <a:solidFill>
            <a:srgbClr val="272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ItemNum_01"/>
          <p:cNvSpPr txBox="1"/>
          <p:nvPr/>
        </p:nvSpPr>
        <p:spPr>
          <a:xfrm>
            <a:off x="4343400" y="960120"/>
            <a:ext cx="502920" cy="502920"/>
          </a:xfrm>
          <a:prstGeom prst="rect">
            <a:avLst/>
          </a:prstGeom>
          <a:noFill/>
        </p:spPr>
        <p:txBody>
          <a:bodyPr wrap="square" lIns="0" tIns="0" rIns="0" bIns="0" anchor="ctr">
            <a:spAutoFit/>
          </a:bodyPr>
          <a:lstStyle/>
          <a:p>
            <a:pPr algn="ctr"/>
            <a:r>
              <a:rPr sz="1400" b="1" i="0">
                <a:solidFill>
                  <a:srgbClr val="FFCB05"/>
                </a:solidFill>
                <a:latin typeface="Segoe UI"/>
              </a:rPr>
              <a:t>01</a:t>
            </a:r>
          </a:p>
        </p:txBody>
      </p:sp>
      <p:sp>
        <p:nvSpPr>
          <p:cNvPr id="10" name="ItemTitle_01"/>
          <p:cNvSpPr txBox="1"/>
          <p:nvPr/>
        </p:nvSpPr>
        <p:spPr>
          <a:xfrm>
            <a:off x="5074920" y="1087173"/>
            <a:ext cx="5943600" cy="411480"/>
          </a:xfrm>
          <a:prstGeom prst="rect">
            <a:avLst/>
          </a:prstGeom>
          <a:noFill/>
        </p:spPr>
        <p:txBody>
          <a:bodyPr wrap="square" lIns="0" tIns="0" rIns="0" bIns="0" anchor="t">
            <a:spAutoFit/>
          </a:bodyPr>
          <a:lstStyle/>
          <a:p>
            <a:pPr algn="l"/>
            <a:r>
              <a:rPr sz="1800" b="1" i="0">
                <a:solidFill>
                  <a:srgbClr val="27247B"/>
                </a:solidFill>
                <a:latin typeface="Segoe UI"/>
              </a:rPr>
              <a:t>Introduction</a:t>
            </a:r>
          </a:p>
        </p:txBody>
      </p:sp>
      <p:sp>
        <p:nvSpPr>
          <p:cNvPr id="11" name="ItemSub_01"/>
          <p:cNvSpPr txBox="1"/>
          <p:nvPr/>
        </p:nvSpPr>
        <p:spPr>
          <a:xfrm>
            <a:off x="5074920" y="1371600"/>
            <a:ext cx="6217920" cy="184666"/>
          </a:xfrm>
          <a:prstGeom prst="rect">
            <a:avLst/>
          </a:prstGeom>
          <a:noFill/>
        </p:spPr>
        <p:txBody>
          <a:bodyPr wrap="square" lIns="0" tIns="0" rIns="0" bIns="0" anchor="t">
            <a:spAutoFit/>
          </a:bodyPr>
          <a:lstStyle/>
          <a:p>
            <a:pPr algn="l"/>
            <a:r>
              <a:rPr lang="en-US" sz="1200" b="0" i="0">
                <a:solidFill>
                  <a:srgbClr val="858796"/>
                </a:solidFill>
                <a:latin typeface="Segoe UI"/>
              </a:rPr>
              <a:t>What the project is about</a:t>
            </a:r>
            <a:endParaRPr sz="1200" b="0" i="0">
              <a:solidFill>
                <a:srgbClr val="858796"/>
              </a:solidFill>
              <a:latin typeface="Segoe UI"/>
            </a:endParaRPr>
          </a:p>
        </p:txBody>
      </p:sp>
      <p:sp>
        <p:nvSpPr>
          <p:cNvPr id="12" name="ItemCircle_02"/>
          <p:cNvSpPr/>
          <p:nvPr/>
        </p:nvSpPr>
        <p:spPr>
          <a:xfrm>
            <a:off x="4343400" y="2258568"/>
            <a:ext cx="502920" cy="502920"/>
          </a:xfrm>
          <a:prstGeom prst="ellipse">
            <a:avLst/>
          </a:prstGeom>
          <a:solidFill>
            <a:srgbClr val="272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ItemNum_02"/>
          <p:cNvSpPr txBox="1"/>
          <p:nvPr/>
        </p:nvSpPr>
        <p:spPr>
          <a:xfrm>
            <a:off x="4343400" y="2258568"/>
            <a:ext cx="502920" cy="502920"/>
          </a:xfrm>
          <a:prstGeom prst="rect">
            <a:avLst/>
          </a:prstGeom>
          <a:noFill/>
        </p:spPr>
        <p:txBody>
          <a:bodyPr wrap="square" lIns="0" tIns="0" rIns="0" bIns="0" anchor="ctr">
            <a:spAutoFit/>
          </a:bodyPr>
          <a:lstStyle/>
          <a:p>
            <a:pPr algn="ctr"/>
            <a:r>
              <a:rPr sz="1400" b="1" i="0">
                <a:solidFill>
                  <a:srgbClr val="FFCB05"/>
                </a:solidFill>
                <a:latin typeface="Segoe UI"/>
              </a:rPr>
              <a:t>02</a:t>
            </a:r>
          </a:p>
        </p:txBody>
      </p:sp>
      <p:sp>
        <p:nvSpPr>
          <p:cNvPr id="14" name="ItemTitle_02"/>
          <p:cNvSpPr txBox="1"/>
          <p:nvPr/>
        </p:nvSpPr>
        <p:spPr>
          <a:xfrm>
            <a:off x="5074920" y="2380086"/>
            <a:ext cx="5943600" cy="276999"/>
          </a:xfrm>
          <a:prstGeom prst="rect">
            <a:avLst/>
          </a:prstGeom>
          <a:noFill/>
        </p:spPr>
        <p:txBody>
          <a:bodyPr wrap="square" lIns="0" tIns="0" rIns="0" bIns="0" anchor="t">
            <a:spAutoFit/>
          </a:bodyPr>
          <a:lstStyle/>
          <a:p>
            <a:pPr algn="l"/>
            <a:r>
              <a:rPr lang="en-US" sz="1800" b="1" i="0">
                <a:solidFill>
                  <a:srgbClr val="27247B"/>
                </a:solidFill>
                <a:latin typeface="Segoe UI"/>
              </a:rPr>
              <a:t>Planning Phase</a:t>
            </a:r>
            <a:endParaRPr sz="1800" b="1" i="0">
              <a:solidFill>
                <a:srgbClr val="27247B"/>
              </a:solidFill>
              <a:latin typeface="Segoe UI"/>
            </a:endParaRPr>
          </a:p>
        </p:txBody>
      </p:sp>
      <p:sp>
        <p:nvSpPr>
          <p:cNvPr id="15" name="ItemSub_02"/>
          <p:cNvSpPr txBox="1"/>
          <p:nvPr/>
        </p:nvSpPr>
        <p:spPr>
          <a:xfrm>
            <a:off x="5074920" y="2670048"/>
            <a:ext cx="6217920" cy="184666"/>
          </a:xfrm>
          <a:prstGeom prst="rect">
            <a:avLst/>
          </a:prstGeom>
          <a:noFill/>
        </p:spPr>
        <p:txBody>
          <a:bodyPr wrap="square" lIns="0" tIns="0" rIns="0" bIns="0" anchor="t">
            <a:spAutoFit/>
          </a:bodyPr>
          <a:lstStyle/>
          <a:p>
            <a:pPr algn="l"/>
            <a:r>
              <a:rPr lang="en-US" sz="1200" b="0" i="0">
                <a:solidFill>
                  <a:srgbClr val="858796"/>
                </a:solidFill>
                <a:latin typeface="Segoe UI"/>
              </a:rPr>
              <a:t>How we got started</a:t>
            </a:r>
            <a:endParaRPr sz="1200" b="0" i="0">
              <a:solidFill>
                <a:srgbClr val="858796"/>
              </a:solidFill>
              <a:latin typeface="Segoe UI"/>
            </a:endParaRPr>
          </a:p>
        </p:txBody>
      </p:sp>
      <p:sp>
        <p:nvSpPr>
          <p:cNvPr id="16" name="ItemCircle_03"/>
          <p:cNvSpPr/>
          <p:nvPr/>
        </p:nvSpPr>
        <p:spPr>
          <a:xfrm>
            <a:off x="4343400" y="3557015"/>
            <a:ext cx="502920" cy="502920"/>
          </a:xfrm>
          <a:prstGeom prst="ellipse">
            <a:avLst/>
          </a:prstGeom>
          <a:solidFill>
            <a:srgbClr val="272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ItemNum_03"/>
          <p:cNvSpPr txBox="1"/>
          <p:nvPr/>
        </p:nvSpPr>
        <p:spPr>
          <a:xfrm>
            <a:off x="4343400" y="3557015"/>
            <a:ext cx="502920" cy="502920"/>
          </a:xfrm>
          <a:prstGeom prst="rect">
            <a:avLst/>
          </a:prstGeom>
          <a:noFill/>
        </p:spPr>
        <p:txBody>
          <a:bodyPr wrap="square" lIns="0" tIns="0" rIns="0" bIns="0" anchor="ctr">
            <a:spAutoFit/>
          </a:bodyPr>
          <a:lstStyle/>
          <a:p>
            <a:pPr algn="ctr"/>
            <a:r>
              <a:rPr sz="1400" b="1" i="0">
                <a:solidFill>
                  <a:srgbClr val="FFCB05"/>
                </a:solidFill>
                <a:latin typeface="Segoe UI"/>
              </a:rPr>
              <a:t>03</a:t>
            </a:r>
          </a:p>
        </p:txBody>
      </p:sp>
      <p:sp>
        <p:nvSpPr>
          <p:cNvPr id="18" name="ItemTitle_03"/>
          <p:cNvSpPr txBox="1"/>
          <p:nvPr/>
        </p:nvSpPr>
        <p:spPr>
          <a:xfrm>
            <a:off x="5074920" y="3674925"/>
            <a:ext cx="5943600" cy="276999"/>
          </a:xfrm>
          <a:prstGeom prst="rect">
            <a:avLst/>
          </a:prstGeom>
          <a:noFill/>
        </p:spPr>
        <p:txBody>
          <a:bodyPr wrap="square" lIns="0" tIns="0" rIns="0" bIns="0" anchor="t">
            <a:spAutoFit/>
          </a:bodyPr>
          <a:lstStyle/>
          <a:p>
            <a:pPr algn="l"/>
            <a:r>
              <a:rPr lang="en-US" sz="1800" b="1" i="0">
                <a:solidFill>
                  <a:srgbClr val="27247B"/>
                </a:solidFill>
                <a:latin typeface="Segoe UI"/>
              </a:rPr>
              <a:t>Development Phase</a:t>
            </a:r>
            <a:endParaRPr sz="1800" b="1" i="0">
              <a:solidFill>
                <a:srgbClr val="27247B"/>
              </a:solidFill>
              <a:latin typeface="Segoe UI"/>
            </a:endParaRPr>
          </a:p>
        </p:txBody>
      </p:sp>
      <p:sp>
        <p:nvSpPr>
          <p:cNvPr id="19" name="ItemSub_03"/>
          <p:cNvSpPr txBox="1"/>
          <p:nvPr/>
        </p:nvSpPr>
        <p:spPr>
          <a:xfrm>
            <a:off x="5074920" y="3968496"/>
            <a:ext cx="6217920" cy="184666"/>
          </a:xfrm>
          <a:prstGeom prst="rect">
            <a:avLst/>
          </a:prstGeom>
          <a:noFill/>
        </p:spPr>
        <p:txBody>
          <a:bodyPr wrap="square" lIns="0" tIns="0" rIns="0" bIns="0" anchor="t">
            <a:spAutoFit/>
          </a:bodyPr>
          <a:lstStyle/>
          <a:p>
            <a:pPr algn="l"/>
            <a:r>
              <a:rPr lang="en-US" sz="1200" b="0" i="0">
                <a:solidFill>
                  <a:srgbClr val="858796"/>
                </a:solidFill>
                <a:latin typeface="Segoe UI"/>
              </a:rPr>
              <a:t>Creating the product</a:t>
            </a:r>
            <a:endParaRPr sz="1200" b="0" i="0">
              <a:solidFill>
                <a:srgbClr val="858796"/>
              </a:solidFill>
              <a:latin typeface="Segoe UI"/>
            </a:endParaRPr>
          </a:p>
        </p:txBody>
      </p:sp>
      <p:sp>
        <p:nvSpPr>
          <p:cNvPr id="20" name="ItemCircle_04"/>
          <p:cNvSpPr/>
          <p:nvPr/>
        </p:nvSpPr>
        <p:spPr>
          <a:xfrm>
            <a:off x="4343400" y="4855464"/>
            <a:ext cx="502920" cy="502920"/>
          </a:xfrm>
          <a:prstGeom prst="ellipse">
            <a:avLst/>
          </a:prstGeom>
          <a:solidFill>
            <a:srgbClr val="272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ItemNum_04"/>
          <p:cNvSpPr txBox="1"/>
          <p:nvPr/>
        </p:nvSpPr>
        <p:spPr>
          <a:xfrm>
            <a:off x="4343400" y="4855464"/>
            <a:ext cx="502920" cy="502920"/>
          </a:xfrm>
          <a:prstGeom prst="rect">
            <a:avLst/>
          </a:prstGeom>
          <a:noFill/>
        </p:spPr>
        <p:txBody>
          <a:bodyPr wrap="square" lIns="0" tIns="0" rIns="0" bIns="0" anchor="ctr">
            <a:spAutoFit/>
          </a:bodyPr>
          <a:lstStyle/>
          <a:p>
            <a:pPr algn="ctr"/>
            <a:r>
              <a:rPr sz="1400" b="1" i="0">
                <a:solidFill>
                  <a:srgbClr val="FFCB05"/>
                </a:solidFill>
                <a:latin typeface="Segoe UI"/>
              </a:rPr>
              <a:t>04</a:t>
            </a:r>
          </a:p>
        </p:txBody>
      </p:sp>
      <p:sp>
        <p:nvSpPr>
          <p:cNvPr id="22" name="ItemTitle_04"/>
          <p:cNvSpPr txBox="1"/>
          <p:nvPr/>
        </p:nvSpPr>
        <p:spPr>
          <a:xfrm>
            <a:off x="5074920" y="4974336"/>
            <a:ext cx="5943600" cy="276999"/>
          </a:xfrm>
          <a:prstGeom prst="rect">
            <a:avLst/>
          </a:prstGeom>
          <a:noFill/>
        </p:spPr>
        <p:txBody>
          <a:bodyPr wrap="square" lIns="0" tIns="0" rIns="0" bIns="0" anchor="t">
            <a:spAutoFit/>
          </a:bodyPr>
          <a:lstStyle/>
          <a:p>
            <a:pPr algn="l"/>
            <a:r>
              <a:rPr lang="en-US" sz="1800" b="1" i="0">
                <a:solidFill>
                  <a:srgbClr val="27247B"/>
                </a:solidFill>
                <a:latin typeface="Segoe UI"/>
              </a:rPr>
              <a:t>Testing Phase</a:t>
            </a:r>
            <a:endParaRPr sz="1800" b="1" i="0">
              <a:solidFill>
                <a:srgbClr val="27247B"/>
              </a:solidFill>
              <a:latin typeface="Segoe UI"/>
            </a:endParaRPr>
          </a:p>
        </p:txBody>
      </p:sp>
      <p:sp>
        <p:nvSpPr>
          <p:cNvPr id="23" name="ItemSub_04"/>
          <p:cNvSpPr txBox="1"/>
          <p:nvPr/>
        </p:nvSpPr>
        <p:spPr>
          <a:xfrm>
            <a:off x="5074920" y="5266944"/>
            <a:ext cx="6217920" cy="184666"/>
          </a:xfrm>
          <a:prstGeom prst="rect">
            <a:avLst/>
          </a:prstGeom>
          <a:noFill/>
        </p:spPr>
        <p:txBody>
          <a:bodyPr wrap="square" lIns="0" tIns="0" rIns="0" bIns="0" anchor="t">
            <a:spAutoFit/>
          </a:bodyPr>
          <a:lstStyle/>
          <a:p>
            <a:pPr algn="l"/>
            <a:r>
              <a:rPr lang="en-US" sz="1200" b="0" i="0">
                <a:solidFill>
                  <a:srgbClr val="858796"/>
                </a:solidFill>
                <a:latin typeface="Segoe UI"/>
              </a:rPr>
              <a:t>Ready to Launch</a:t>
            </a:r>
            <a:endParaRPr sz="1200" b="0" i="0">
              <a:solidFill>
                <a:srgbClr val="858796"/>
              </a:solidFill>
              <a:latin typeface="Segoe UI"/>
            </a:endParaRPr>
          </a:p>
        </p:txBody>
      </p:sp>
      <p:sp>
        <p:nvSpPr>
          <p:cNvPr id="24" name="LogoBadge"/>
          <p:cNvSpPr/>
          <p:nvPr/>
        </p:nvSpPr>
        <p:spPr>
          <a:xfrm>
            <a:off x="457200" y="5989320"/>
            <a:ext cx="777240" cy="7772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Logo" descr="main_logo.png"/>
          <p:cNvPicPr>
            <a:picLocks noChangeAspect="1"/>
          </p:cNvPicPr>
          <p:nvPr/>
        </p:nvPicPr>
        <p:blipFill>
          <a:blip r:embed="rId2"/>
          <a:stretch>
            <a:fillRect/>
          </a:stretch>
        </p:blipFill>
        <p:spPr>
          <a:xfrm>
            <a:off x="580644" y="6112764"/>
            <a:ext cx="548640" cy="548640"/>
          </a:xfrm>
          <a:prstGeom prst="rect">
            <a:avLst/>
          </a:prstGeom>
        </p:spPr>
      </p:pic>
      <p:sp>
        <p:nvSpPr>
          <p:cNvPr id="26" name="PageNum"/>
          <p:cNvSpPr txBox="1"/>
          <p:nvPr/>
        </p:nvSpPr>
        <p:spPr>
          <a:xfrm>
            <a:off x="11292840" y="6263640"/>
            <a:ext cx="640080" cy="365760"/>
          </a:xfrm>
          <a:prstGeom prst="rect">
            <a:avLst/>
          </a:prstGeom>
          <a:noFill/>
        </p:spPr>
        <p:txBody>
          <a:bodyPr wrap="square" lIns="0" tIns="0" rIns="0" bIns="0" anchor="t">
            <a:spAutoFit/>
          </a:bodyPr>
          <a:lstStyle/>
          <a:p>
            <a:pPr algn="r"/>
            <a:r>
              <a:rPr sz="1300" b="1" i="0">
                <a:solidFill>
                  <a:srgbClr val="27247B"/>
                </a:solidFill>
                <a:latin typeface="Segoe UI"/>
              </a:rPr>
              <a:t>02</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Panel"/>
          <p:cNvSpPr>
            <a:spLocks noGrp="1" noRot="1" noMove="1" noResize="1" noEditPoints="1" noAdjustHandles="1" noChangeArrowheads="1" noChangeShapeType="1"/>
          </p:cNvSpPr>
          <p:nvPr/>
        </p:nvSpPr>
        <p:spPr>
          <a:xfrm>
            <a:off x="305" y="0"/>
            <a:ext cx="12191695" cy="6858000"/>
          </a:xfrm>
          <a:prstGeom prst="rect">
            <a:avLst/>
          </a:prstGeom>
          <a:gradFill rotWithShape="1">
            <a:gsLst>
              <a:gs pos="0">
                <a:srgbClr val="27247B"/>
              </a:gs>
              <a:gs pos="100000">
                <a:srgbClr val="1A1860"/>
              </a:gs>
            </a:gsLst>
            <a:lin ang="189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AccentCircle"/>
          <p:cNvSpPr/>
          <p:nvPr/>
        </p:nvSpPr>
        <p:spPr>
          <a:xfrm>
            <a:off x="8778240" y="4297680"/>
            <a:ext cx="4206240" cy="4206240"/>
          </a:xfrm>
          <a:prstGeom prst="ellipse">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Line"/>
          <p:cNvSpPr/>
          <p:nvPr/>
        </p:nvSpPr>
        <p:spPr>
          <a:xfrm>
            <a:off x="914400" y="2331720"/>
            <a:ext cx="502920" cy="45720"/>
          </a:xfrm>
          <a:prstGeom prst="rect">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KickerText"/>
          <p:cNvSpPr txBox="1"/>
          <p:nvPr/>
        </p:nvSpPr>
        <p:spPr>
          <a:xfrm>
            <a:off x="914400" y="2441448"/>
            <a:ext cx="702644" cy="184666"/>
          </a:xfrm>
          <a:prstGeom prst="rect">
            <a:avLst/>
          </a:prstGeom>
          <a:noFill/>
        </p:spPr>
        <p:txBody>
          <a:bodyPr wrap="square" lIns="0" tIns="0" rIns="0" bIns="0" anchor="t">
            <a:spAutoFit/>
          </a:bodyPr>
          <a:lstStyle/>
          <a:p>
            <a:pPr algn="l"/>
            <a:r>
              <a:rPr sz="1200" b="1" i="0">
                <a:solidFill>
                  <a:srgbClr val="FFCB05"/>
                </a:solidFill>
                <a:latin typeface="Segoe UI"/>
              </a:rPr>
              <a:t>CHAPTER </a:t>
            </a:r>
          </a:p>
        </p:txBody>
      </p:sp>
      <p:sp>
        <p:nvSpPr>
          <p:cNvPr id="6" name="Title"/>
          <p:cNvSpPr txBox="1"/>
          <p:nvPr/>
        </p:nvSpPr>
        <p:spPr>
          <a:xfrm>
            <a:off x="914400" y="2716049"/>
            <a:ext cx="8686800" cy="584775"/>
          </a:xfrm>
          <a:prstGeom prst="rect">
            <a:avLst/>
          </a:prstGeom>
          <a:noFill/>
        </p:spPr>
        <p:txBody>
          <a:bodyPr wrap="square" lIns="0" tIns="0" rIns="0" bIns="0" anchor="t">
            <a:spAutoFit/>
          </a:bodyPr>
          <a:lstStyle/>
          <a:p>
            <a:pPr algn="l">
              <a:lnSpc>
                <a:spcPct val="100000"/>
              </a:lnSpc>
            </a:pPr>
            <a:r>
              <a:rPr lang="en-US" sz="3800" b="1" i="0">
                <a:solidFill>
                  <a:srgbClr val="FFFFFF"/>
                </a:solidFill>
                <a:latin typeface="Segoe UI"/>
              </a:rPr>
              <a:t>Introduction</a:t>
            </a:r>
            <a:endParaRPr sz="3800" b="1" i="0">
              <a:solidFill>
                <a:srgbClr val="FFFFFF"/>
              </a:solidFill>
              <a:latin typeface="Segoe UI"/>
            </a:endParaRPr>
          </a:p>
        </p:txBody>
      </p:sp>
      <p:sp>
        <p:nvSpPr>
          <p:cNvPr id="7" name="Subtitle"/>
          <p:cNvSpPr txBox="1"/>
          <p:nvPr/>
        </p:nvSpPr>
        <p:spPr>
          <a:xfrm>
            <a:off x="914400" y="3424268"/>
            <a:ext cx="7315200" cy="230832"/>
          </a:xfrm>
          <a:prstGeom prst="rect">
            <a:avLst/>
          </a:prstGeom>
          <a:noFill/>
        </p:spPr>
        <p:txBody>
          <a:bodyPr wrap="square" lIns="0" tIns="0" rIns="0" bIns="0" anchor="t">
            <a:spAutoFit/>
          </a:bodyPr>
          <a:lstStyle/>
          <a:p>
            <a:pPr algn="l"/>
            <a:r>
              <a:rPr lang="en-US" sz="1500" b="0" i="0">
                <a:solidFill>
                  <a:srgbClr val="DDDFF0"/>
                </a:solidFill>
                <a:latin typeface="Segoe UI"/>
              </a:rPr>
              <a:t>What the project is about</a:t>
            </a:r>
            <a:endParaRPr sz="1500" b="0" i="0">
              <a:solidFill>
                <a:srgbClr val="DDDFF0"/>
              </a:solidFill>
              <a:latin typeface="Segoe UI"/>
            </a:endParaRPr>
          </a:p>
        </p:txBody>
      </p:sp>
      <p:sp>
        <p:nvSpPr>
          <p:cNvPr id="8" name="LogoBadge"/>
          <p:cNvSpPr/>
          <p:nvPr/>
        </p:nvSpPr>
        <p:spPr>
          <a:xfrm>
            <a:off x="457200" y="5989320"/>
            <a:ext cx="777240" cy="7772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9" name="Logo" descr="main_logo.png"/>
          <p:cNvPicPr>
            <a:picLocks noChangeAspect="1"/>
          </p:cNvPicPr>
          <p:nvPr/>
        </p:nvPicPr>
        <p:blipFill>
          <a:blip r:embed="rId2"/>
          <a:stretch>
            <a:fillRect/>
          </a:stretch>
        </p:blipFill>
        <p:spPr>
          <a:xfrm>
            <a:off x="580644" y="6112764"/>
            <a:ext cx="548640" cy="548640"/>
          </a:xfrm>
          <a:prstGeom prst="rect">
            <a:avLst/>
          </a:prstGeom>
        </p:spPr>
      </p:pic>
      <p:sp>
        <p:nvSpPr>
          <p:cNvPr id="10" name="PageNum"/>
          <p:cNvSpPr txBox="1"/>
          <p:nvPr/>
        </p:nvSpPr>
        <p:spPr>
          <a:xfrm>
            <a:off x="11292840" y="6263640"/>
            <a:ext cx="640080" cy="365760"/>
          </a:xfrm>
          <a:prstGeom prst="rect">
            <a:avLst/>
          </a:prstGeom>
          <a:noFill/>
        </p:spPr>
        <p:txBody>
          <a:bodyPr wrap="square" lIns="0" tIns="0" rIns="0" bIns="0" anchor="t">
            <a:spAutoFit/>
          </a:bodyPr>
          <a:lstStyle/>
          <a:p>
            <a:pPr algn="r"/>
            <a:r>
              <a:rPr sz="1300" b="1" i="0">
                <a:solidFill>
                  <a:srgbClr val="FFCB05"/>
                </a:solidFill>
                <a:latin typeface="Segoe UI"/>
              </a:rPr>
              <a:t>03</a:t>
            </a:r>
          </a:p>
        </p:txBody>
      </p:sp>
      <p:sp>
        <p:nvSpPr>
          <p:cNvPr id="12" name="StepNum_0">
            <a:extLst>
              <a:ext uri="{FF2B5EF4-FFF2-40B4-BE49-F238E27FC236}">
                <a16:creationId xmlns:a16="http://schemas.microsoft.com/office/drawing/2014/main" id="{14CE0286-0CB2-55E0-8151-7E168680487D}"/>
              </a:ext>
            </a:extLst>
          </p:cNvPr>
          <p:cNvSpPr txBox="1"/>
          <p:nvPr/>
        </p:nvSpPr>
        <p:spPr>
          <a:xfrm>
            <a:off x="1417320" y="2441274"/>
            <a:ext cx="640080" cy="184666"/>
          </a:xfrm>
          <a:prstGeom prst="rect">
            <a:avLst/>
          </a:prstGeom>
          <a:noFill/>
        </p:spPr>
        <p:txBody>
          <a:bodyPr wrap="square" lIns="0" tIns="0" rIns="0" bIns="0" anchor="ctr">
            <a:spAutoFit/>
          </a:bodyPr>
          <a:lstStyle/>
          <a:p>
            <a:pPr algn="ctr"/>
            <a:r>
              <a:rPr lang="en-US" sz="1200" b="1">
                <a:solidFill>
                  <a:srgbClr val="FFC000"/>
                </a:solidFill>
                <a:latin typeface="Segoe UI"/>
              </a:rPr>
              <a:t>01</a:t>
            </a:r>
            <a:endParaRPr lang="en-US" sz="1200" b="1" i="0">
              <a:solidFill>
                <a:srgbClr val="FFC000"/>
              </a:solidFill>
              <a:latin typeface="Segoe UI"/>
              <a:cs typeface="Segoe UI"/>
            </a:endParaRP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Fill"/>
          <p:cNvSpPr/>
          <p:nvPr/>
        </p:nvSpPr>
        <p:spPr>
          <a:xfrm>
            <a:off x="0" y="0"/>
            <a:ext cx="12191695" cy="6858000"/>
          </a:xfrm>
          <a:prstGeom prst="rect">
            <a:avLst/>
          </a:prstGeom>
          <a:solidFill>
            <a:srgbClr val="F0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BrandBar"/>
          <p:cNvSpPr/>
          <p:nvPr/>
        </p:nvSpPr>
        <p:spPr>
          <a:xfrm>
            <a:off x="0" y="0"/>
            <a:ext cx="12191695" cy="1188720"/>
          </a:xfrm>
          <a:prstGeom prst="rect">
            <a:avLst/>
          </a:prstGeom>
          <a:solidFill>
            <a:srgbClr val="272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AccentCircle"/>
          <p:cNvSpPr/>
          <p:nvPr/>
        </p:nvSpPr>
        <p:spPr>
          <a:xfrm>
            <a:off x="10744200" y="137160"/>
            <a:ext cx="914400" cy="914400"/>
          </a:xfrm>
          <a:prstGeom prst="ellipse">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HeaderTitle"/>
          <p:cNvSpPr txBox="1"/>
          <p:nvPr/>
        </p:nvSpPr>
        <p:spPr>
          <a:xfrm>
            <a:off x="548640" y="329184"/>
            <a:ext cx="8686800" cy="640080"/>
          </a:xfrm>
          <a:prstGeom prst="rect">
            <a:avLst/>
          </a:prstGeom>
          <a:noFill/>
        </p:spPr>
        <p:txBody>
          <a:bodyPr wrap="square" lIns="0" tIns="0" rIns="0" bIns="0" anchor="t">
            <a:spAutoFit/>
          </a:bodyPr>
          <a:lstStyle/>
          <a:p>
            <a:pPr algn="l"/>
            <a:r>
              <a:rPr sz="2600" b="1" i="0">
                <a:solidFill>
                  <a:srgbClr val="FFFFFF"/>
                </a:solidFill>
                <a:latin typeface="Segoe UI"/>
              </a:rPr>
              <a:t>By The Numbers</a:t>
            </a:r>
          </a:p>
        </p:txBody>
      </p:sp>
      <p:sp>
        <p:nvSpPr>
          <p:cNvPr id="6" name="KickerLine2"/>
          <p:cNvSpPr/>
          <p:nvPr/>
        </p:nvSpPr>
        <p:spPr>
          <a:xfrm>
            <a:off x="0" y="1188720"/>
            <a:ext cx="12191695" cy="45720"/>
          </a:xfrm>
          <a:prstGeom prst="rect">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StatCard_0"/>
          <p:cNvSpPr/>
          <p:nvPr/>
        </p:nvSpPr>
        <p:spPr>
          <a:xfrm>
            <a:off x="640080" y="1920240"/>
            <a:ext cx="2514600" cy="292608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StatTop_0"/>
          <p:cNvSpPr/>
          <p:nvPr/>
        </p:nvSpPr>
        <p:spPr>
          <a:xfrm>
            <a:off x="640080" y="1920240"/>
            <a:ext cx="2514600" cy="109728"/>
          </a:xfrm>
          <a:prstGeom prst="roundRect">
            <a:avLst>
              <a:gd name="adj" fmla="val 50000"/>
            </a:avLst>
          </a:prstGeom>
          <a:solidFill>
            <a:srgbClr val="272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StatNum_0"/>
          <p:cNvSpPr txBox="1"/>
          <p:nvPr/>
        </p:nvSpPr>
        <p:spPr>
          <a:xfrm>
            <a:off x="640080" y="2743200"/>
            <a:ext cx="2514600" cy="914400"/>
          </a:xfrm>
          <a:prstGeom prst="rect">
            <a:avLst/>
          </a:prstGeom>
          <a:noFill/>
        </p:spPr>
        <p:txBody>
          <a:bodyPr wrap="square" lIns="0" tIns="0" rIns="0" bIns="0" anchor="t">
            <a:spAutoFit/>
          </a:bodyPr>
          <a:lstStyle/>
          <a:p>
            <a:pPr algn="ctr"/>
            <a:r>
              <a:rPr sz="4000" b="1" i="0">
                <a:solidFill>
                  <a:srgbClr val="27247B"/>
                </a:solidFill>
                <a:latin typeface="Segoe UI"/>
              </a:rPr>
              <a:t>120+</a:t>
            </a:r>
          </a:p>
        </p:txBody>
      </p:sp>
      <p:sp>
        <p:nvSpPr>
          <p:cNvPr id="10" name="StatLabel_0"/>
          <p:cNvSpPr txBox="1"/>
          <p:nvPr/>
        </p:nvSpPr>
        <p:spPr>
          <a:xfrm>
            <a:off x="640080" y="3703320"/>
            <a:ext cx="2514600" cy="457200"/>
          </a:xfrm>
          <a:prstGeom prst="rect">
            <a:avLst/>
          </a:prstGeom>
          <a:noFill/>
        </p:spPr>
        <p:txBody>
          <a:bodyPr wrap="square" lIns="0" tIns="0" rIns="0" bIns="0" anchor="t">
            <a:spAutoFit/>
          </a:bodyPr>
          <a:lstStyle/>
          <a:p>
            <a:pPr algn="ctr"/>
            <a:r>
              <a:rPr sz="1300" b="0" i="0">
                <a:solidFill>
                  <a:srgbClr val="858796"/>
                </a:solidFill>
                <a:latin typeface="Segoe UI"/>
              </a:rPr>
              <a:t>Member Hotels</a:t>
            </a:r>
          </a:p>
        </p:txBody>
      </p:sp>
      <p:sp>
        <p:nvSpPr>
          <p:cNvPr id="11" name="StatCard_1"/>
          <p:cNvSpPr/>
          <p:nvPr/>
        </p:nvSpPr>
        <p:spPr>
          <a:xfrm>
            <a:off x="3364991" y="1920240"/>
            <a:ext cx="2514600" cy="292608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StatTop_1"/>
          <p:cNvSpPr/>
          <p:nvPr/>
        </p:nvSpPr>
        <p:spPr>
          <a:xfrm>
            <a:off x="3364991" y="1920240"/>
            <a:ext cx="2514600" cy="109728"/>
          </a:xfrm>
          <a:prstGeom prst="roundRect">
            <a:avLst>
              <a:gd name="adj" fmla="val 50000"/>
            </a:avLst>
          </a:prstGeom>
          <a:solidFill>
            <a:srgbClr val="D79C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StatNum_1"/>
          <p:cNvSpPr txBox="1"/>
          <p:nvPr/>
        </p:nvSpPr>
        <p:spPr>
          <a:xfrm>
            <a:off x="3364991" y="2743200"/>
            <a:ext cx="2514600" cy="914400"/>
          </a:xfrm>
          <a:prstGeom prst="rect">
            <a:avLst/>
          </a:prstGeom>
          <a:noFill/>
        </p:spPr>
        <p:txBody>
          <a:bodyPr wrap="square" lIns="0" tIns="0" rIns="0" bIns="0" anchor="t">
            <a:spAutoFit/>
          </a:bodyPr>
          <a:lstStyle/>
          <a:p>
            <a:pPr algn="ctr"/>
            <a:r>
              <a:rPr sz="4000" b="1" i="0">
                <a:solidFill>
                  <a:srgbClr val="D79C07"/>
                </a:solidFill>
                <a:latin typeface="Segoe UI"/>
              </a:rPr>
              <a:t>35</a:t>
            </a:r>
          </a:p>
        </p:txBody>
      </p:sp>
      <p:sp>
        <p:nvSpPr>
          <p:cNvPr id="14" name="StatLabel_1"/>
          <p:cNvSpPr txBox="1"/>
          <p:nvPr/>
        </p:nvSpPr>
        <p:spPr>
          <a:xfrm>
            <a:off x="3364991" y="3703320"/>
            <a:ext cx="2514600" cy="457200"/>
          </a:xfrm>
          <a:prstGeom prst="rect">
            <a:avLst/>
          </a:prstGeom>
          <a:noFill/>
        </p:spPr>
        <p:txBody>
          <a:bodyPr wrap="square" lIns="0" tIns="0" rIns="0" bIns="0" anchor="t">
            <a:spAutoFit/>
          </a:bodyPr>
          <a:lstStyle/>
          <a:p>
            <a:pPr algn="ctr"/>
            <a:r>
              <a:rPr sz="1300" b="0" i="0">
                <a:solidFill>
                  <a:srgbClr val="858796"/>
                </a:solidFill>
                <a:latin typeface="Segoe UI"/>
              </a:rPr>
              <a:t>Countries</a:t>
            </a:r>
          </a:p>
        </p:txBody>
      </p:sp>
      <p:sp>
        <p:nvSpPr>
          <p:cNvPr id="15" name="StatCard_2"/>
          <p:cNvSpPr/>
          <p:nvPr/>
        </p:nvSpPr>
        <p:spPr>
          <a:xfrm>
            <a:off x="6089904" y="1920240"/>
            <a:ext cx="2514600" cy="292608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StatTop_2"/>
          <p:cNvSpPr/>
          <p:nvPr/>
        </p:nvSpPr>
        <p:spPr>
          <a:xfrm>
            <a:off x="6089904" y="1920240"/>
            <a:ext cx="2514600" cy="109728"/>
          </a:xfrm>
          <a:prstGeom prst="roundRect">
            <a:avLst>
              <a:gd name="adj" fmla="val 50000"/>
            </a:avLst>
          </a:prstGeom>
          <a:solidFill>
            <a:srgbClr val="4E7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StatNum_2"/>
          <p:cNvSpPr txBox="1"/>
          <p:nvPr/>
        </p:nvSpPr>
        <p:spPr>
          <a:xfrm>
            <a:off x="6089904" y="2743200"/>
            <a:ext cx="2514600" cy="914400"/>
          </a:xfrm>
          <a:prstGeom prst="rect">
            <a:avLst/>
          </a:prstGeom>
          <a:noFill/>
        </p:spPr>
        <p:txBody>
          <a:bodyPr wrap="square" lIns="0" tIns="0" rIns="0" bIns="0" anchor="t">
            <a:spAutoFit/>
          </a:bodyPr>
          <a:lstStyle/>
          <a:p>
            <a:pPr algn="ctr"/>
            <a:r>
              <a:rPr sz="4000" b="1" i="0">
                <a:solidFill>
                  <a:srgbClr val="4E73DF"/>
                </a:solidFill>
                <a:latin typeface="Segoe UI"/>
              </a:rPr>
              <a:t>18</a:t>
            </a:r>
          </a:p>
        </p:txBody>
      </p:sp>
      <p:sp>
        <p:nvSpPr>
          <p:cNvPr id="18" name="StatLabel_2"/>
          <p:cNvSpPr txBox="1"/>
          <p:nvPr/>
        </p:nvSpPr>
        <p:spPr>
          <a:xfrm>
            <a:off x="6089904" y="3703320"/>
            <a:ext cx="2514600" cy="457200"/>
          </a:xfrm>
          <a:prstGeom prst="rect">
            <a:avLst/>
          </a:prstGeom>
          <a:noFill/>
        </p:spPr>
        <p:txBody>
          <a:bodyPr wrap="square" lIns="0" tIns="0" rIns="0" bIns="0" anchor="t">
            <a:spAutoFit/>
          </a:bodyPr>
          <a:lstStyle/>
          <a:p>
            <a:pPr algn="ctr"/>
            <a:r>
              <a:rPr sz="1300" b="0" i="0">
                <a:solidFill>
                  <a:srgbClr val="858796"/>
                </a:solidFill>
                <a:latin typeface="Segoe UI"/>
              </a:rPr>
              <a:t>Years Running</a:t>
            </a:r>
          </a:p>
        </p:txBody>
      </p:sp>
      <p:sp>
        <p:nvSpPr>
          <p:cNvPr id="19" name="StatCard_3"/>
          <p:cNvSpPr/>
          <p:nvPr/>
        </p:nvSpPr>
        <p:spPr>
          <a:xfrm>
            <a:off x="8814816" y="1920240"/>
            <a:ext cx="2514600" cy="292608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StatTop_3"/>
          <p:cNvSpPr/>
          <p:nvPr/>
        </p:nvSpPr>
        <p:spPr>
          <a:xfrm>
            <a:off x="8814816" y="1920240"/>
            <a:ext cx="2514600" cy="109728"/>
          </a:xfrm>
          <a:prstGeom prst="roundRect">
            <a:avLst>
              <a:gd name="adj" fmla="val 50000"/>
            </a:avLst>
          </a:prstGeom>
          <a:solidFill>
            <a:srgbClr val="272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StatNum_3"/>
          <p:cNvSpPr txBox="1"/>
          <p:nvPr/>
        </p:nvSpPr>
        <p:spPr>
          <a:xfrm>
            <a:off x="8814816" y="2743200"/>
            <a:ext cx="2514600" cy="914400"/>
          </a:xfrm>
          <a:prstGeom prst="rect">
            <a:avLst/>
          </a:prstGeom>
          <a:noFill/>
        </p:spPr>
        <p:txBody>
          <a:bodyPr wrap="square" lIns="0" tIns="0" rIns="0" bIns="0" anchor="t">
            <a:spAutoFit/>
          </a:bodyPr>
          <a:lstStyle/>
          <a:p>
            <a:pPr algn="ctr"/>
            <a:r>
              <a:rPr sz="4000" b="1" i="0">
                <a:solidFill>
                  <a:srgbClr val="27247B"/>
                </a:solidFill>
                <a:latin typeface="Segoe UI"/>
              </a:rPr>
              <a:t>4.9</a:t>
            </a:r>
          </a:p>
        </p:txBody>
      </p:sp>
      <p:sp>
        <p:nvSpPr>
          <p:cNvPr id="22" name="StatLabel_3"/>
          <p:cNvSpPr txBox="1"/>
          <p:nvPr/>
        </p:nvSpPr>
        <p:spPr>
          <a:xfrm>
            <a:off x="8814816" y="3703320"/>
            <a:ext cx="2514600" cy="457200"/>
          </a:xfrm>
          <a:prstGeom prst="rect">
            <a:avLst/>
          </a:prstGeom>
          <a:noFill/>
        </p:spPr>
        <p:txBody>
          <a:bodyPr wrap="square" lIns="0" tIns="0" rIns="0" bIns="0" anchor="t">
            <a:spAutoFit/>
          </a:bodyPr>
          <a:lstStyle/>
          <a:p>
            <a:pPr algn="ctr"/>
            <a:r>
              <a:rPr sz="1300" b="0" i="0">
                <a:solidFill>
                  <a:srgbClr val="858796"/>
                </a:solidFill>
                <a:latin typeface="Segoe UI"/>
              </a:rPr>
              <a:t>Guest Rating</a:t>
            </a:r>
          </a:p>
        </p:txBody>
      </p:sp>
      <p:sp>
        <p:nvSpPr>
          <p:cNvPr id="23" name="LogoBadge"/>
          <p:cNvSpPr/>
          <p:nvPr/>
        </p:nvSpPr>
        <p:spPr>
          <a:xfrm>
            <a:off x="457200" y="5989320"/>
            <a:ext cx="777240" cy="7772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4" name="Logo" descr="main_logo.png"/>
          <p:cNvPicPr>
            <a:picLocks noChangeAspect="1"/>
          </p:cNvPicPr>
          <p:nvPr/>
        </p:nvPicPr>
        <p:blipFill>
          <a:blip r:embed="rId2"/>
          <a:stretch>
            <a:fillRect/>
          </a:stretch>
        </p:blipFill>
        <p:spPr>
          <a:xfrm>
            <a:off x="580644" y="6112764"/>
            <a:ext cx="548640" cy="548640"/>
          </a:xfrm>
          <a:prstGeom prst="rect">
            <a:avLst/>
          </a:prstGeom>
        </p:spPr>
      </p:pic>
      <p:sp>
        <p:nvSpPr>
          <p:cNvPr id="25" name="PageNum"/>
          <p:cNvSpPr txBox="1"/>
          <p:nvPr/>
        </p:nvSpPr>
        <p:spPr>
          <a:xfrm>
            <a:off x="11292840" y="6263640"/>
            <a:ext cx="640080" cy="365760"/>
          </a:xfrm>
          <a:prstGeom prst="rect">
            <a:avLst/>
          </a:prstGeom>
          <a:noFill/>
        </p:spPr>
        <p:txBody>
          <a:bodyPr wrap="square" lIns="0" tIns="0" rIns="0" bIns="0" anchor="t">
            <a:spAutoFit/>
          </a:bodyPr>
          <a:lstStyle/>
          <a:p>
            <a:pPr algn="r"/>
            <a:r>
              <a:rPr sz="1300" b="1" i="0">
                <a:solidFill>
                  <a:srgbClr val="27247B"/>
                </a:solidFill>
                <a:latin typeface="Segoe UI"/>
              </a:rPr>
              <a:t>08</a:t>
            </a:r>
          </a:p>
        </p:txBody>
      </p:sp>
      <p:sp>
        <p:nvSpPr>
          <p:cNvPr id="27" name="StepNum_0">
            <a:extLst>
              <a:ext uri="{FF2B5EF4-FFF2-40B4-BE49-F238E27FC236}">
                <a16:creationId xmlns:a16="http://schemas.microsoft.com/office/drawing/2014/main" id="{09DF612D-8009-376C-28EB-AF3235BDC00A}"/>
              </a:ext>
            </a:extLst>
          </p:cNvPr>
          <p:cNvSpPr txBox="1"/>
          <p:nvPr/>
        </p:nvSpPr>
        <p:spPr>
          <a:xfrm>
            <a:off x="10886439" y="459488"/>
            <a:ext cx="640080" cy="276999"/>
          </a:xfrm>
          <a:prstGeom prst="rect">
            <a:avLst/>
          </a:prstGeom>
          <a:noFill/>
        </p:spPr>
        <p:txBody>
          <a:bodyPr wrap="square" lIns="0" tIns="0" rIns="0" bIns="0" anchor="ctr">
            <a:spAutoFit/>
          </a:bodyPr>
          <a:lstStyle/>
          <a:p>
            <a:pPr algn="ctr"/>
            <a:r>
              <a:rPr lang="en-US" b="1">
                <a:solidFill>
                  <a:srgbClr val="27247B"/>
                </a:solidFill>
                <a:latin typeface="Segoe UI"/>
              </a:rPr>
              <a:t>01</a:t>
            </a:r>
            <a:endParaRPr lang="en-US" sz="1800" b="1" i="0">
              <a:solidFill>
                <a:srgbClr val="27247B"/>
              </a:solidFill>
              <a:latin typeface="Segoe UI"/>
              <a:cs typeface="Segoe UI"/>
            </a:endParaRP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D28323-8648-B6A8-32E3-A4E4DF603C97}"/>
            </a:ext>
          </a:extLst>
        </p:cNvPr>
        <p:cNvGrpSpPr/>
        <p:nvPr/>
      </p:nvGrpSpPr>
      <p:grpSpPr>
        <a:xfrm>
          <a:off x="0" y="0"/>
          <a:ext cx="0" cy="0"/>
          <a:chOff x="0" y="0"/>
          <a:chExt cx="0" cy="0"/>
        </a:xfrm>
      </p:grpSpPr>
      <p:sp>
        <p:nvSpPr>
          <p:cNvPr id="2" name="BgPanel">
            <a:extLst>
              <a:ext uri="{FF2B5EF4-FFF2-40B4-BE49-F238E27FC236}">
                <a16:creationId xmlns:a16="http://schemas.microsoft.com/office/drawing/2014/main" id="{1968F6C5-BECA-154E-9F1A-3DBB23031645}"/>
              </a:ext>
            </a:extLst>
          </p:cNvPr>
          <p:cNvSpPr>
            <a:spLocks noGrp="1" noRot="1" noMove="1" noResize="1" noEditPoints="1" noAdjustHandles="1" noChangeArrowheads="1" noChangeShapeType="1"/>
          </p:cNvSpPr>
          <p:nvPr/>
        </p:nvSpPr>
        <p:spPr>
          <a:xfrm>
            <a:off x="305" y="0"/>
            <a:ext cx="12191695" cy="6858000"/>
          </a:xfrm>
          <a:prstGeom prst="rect">
            <a:avLst/>
          </a:prstGeom>
          <a:gradFill rotWithShape="1">
            <a:gsLst>
              <a:gs pos="0">
                <a:srgbClr val="27247B"/>
              </a:gs>
              <a:gs pos="100000">
                <a:srgbClr val="1A1860"/>
              </a:gs>
            </a:gsLst>
            <a:lin ang="189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AccentCircle">
            <a:extLst>
              <a:ext uri="{FF2B5EF4-FFF2-40B4-BE49-F238E27FC236}">
                <a16:creationId xmlns:a16="http://schemas.microsoft.com/office/drawing/2014/main" id="{484312DF-31A0-BE2D-2E7B-A9E1D7121655}"/>
              </a:ext>
            </a:extLst>
          </p:cNvPr>
          <p:cNvSpPr/>
          <p:nvPr/>
        </p:nvSpPr>
        <p:spPr>
          <a:xfrm>
            <a:off x="8778240" y="4297680"/>
            <a:ext cx="4206240" cy="4206240"/>
          </a:xfrm>
          <a:prstGeom prst="ellipse">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Line">
            <a:extLst>
              <a:ext uri="{FF2B5EF4-FFF2-40B4-BE49-F238E27FC236}">
                <a16:creationId xmlns:a16="http://schemas.microsoft.com/office/drawing/2014/main" id="{701504C9-9284-4E0E-B608-7B70398C3BEA}"/>
              </a:ext>
            </a:extLst>
          </p:cNvPr>
          <p:cNvSpPr/>
          <p:nvPr/>
        </p:nvSpPr>
        <p:spPr>
          <a:xfrm>
            <a:off x="914400" y="2331720"/>
            <a:ext cx="502920" cy="45720"/>
          </a:xfrm>
          <a:prstGeom prst="rect">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KickerText">
            <a:extLst>
              <a:ext uri="{FF2B5EF4-FFF2-40B4-BE49-F238E27FC236}">
                <a16:creationId xmlns:a16="http://schemas.microsoft.com/office/drawing/2014/main" id="{0EED9CFE-2860-1BF6-D375-CFEF16870AAD}"/>
              </a:ext>
            </a:extLst>
          </p:cNvPr>
          <p:cNvSpPr txBox="1"/>
          <p:nvPr/>
        </p:nvSpPr>
        <p:spPr>
          <a:xfrm>
            <a:off x="914400" y="2441448"/>
            <a:ext cx="702644" cy="184666"/>
          </a:xfrm>
          <a:prstGeom prst="rect">
            <a:avLst/>
          </a:prstGeom>
          <a:noFill/>
        </p:spPr>
        <p:txBody>
          <a:bodyPr wrap="square" lIns="0" tIns="0" rIns="0" bIns="0" anchor="t">
            <a:spAutoFit/>
          </a:bodyPr>
          <a:lstStyle/>
          <a:p>
            <a:pPr algn="l"/>
            <a:r>
              <a:rPr sz="1200" b="1" i="0">
                <a:solidFill>
                  <a:srgbClr val="FFCB05"/>
                </a:solidFill>
                <a:latin typeface="Segoe UI"/>
              </a:rPr>
              <a:t>CHAPTER </a:t>
            </a:r>
          </a:p>
        </p:txBody>
      </p:sp>
      <p:sp>
        <p:nvSpPr>
          <p:cNvPr id="6" name="Title">
            <a:extLst>
              <a:ext uri="{FF2B5EF4-FFF2-40B4-BE49-F238E27FC236}">
                <a16:creationId xmlns:a16="http://schemas.microsoft.com/office/drawing/2014/main" id="{7532F29E-5C96-A0FF-4DD2-2FE4778EE27F}"/>
              </a:ext>
            </a:extLst>
          </p:cNvPr>
          <p:cNvSpPr txBox="1"/>
          <p:nvPr/>
        </p:nvSpPr>
        <p:spPr>
          <a:xfrm>
            <a:off x="914400" y="2716049"/>
            <a:ext cx="8686800" cy="584775"/>
          </a:xfrm>
          <a:prstGeom prst="rect">
            <a:avLst/>
          </a:prstGeom>
          <a:noFill/>
        </p:spPr>
        <p:txBody>
          <a:bodyPr wrap="square" lIns="0" tIns="0" rIns="0" bIns="0" anchor="t">
            <a:spAutoFit/>
          </a:bodyPr>
          <a:lstStyle/>
          <a:p>
            <a:pPr algn="l">
              <a:lnSpc>
                <a:spcPct val="100000"/>
              </a:lnSpc>
            </a:pPr>
            <a:r>
              <a:rPr lang="en-US" sz="3800" b="1" i="0">
                <a:solidFill>
                  <a:srgbClr val="FFFFFF"/>
                </a:solidFill>
                <a:latin typeface="Segoe UI"/>
              </a:rPr>
              <a:t>Planning Phase</a:t>
            </a:r>
            <a:endParaRPr sz="3800" b="1" i="0">
              <a:solidFill>
                <a:srgbClr val="FFFFFF"/>
              </a:solidFill>
              <a:latin typeface="Segoe UI"/>
            </a:endParaRPr>
          </a:p>
        </p:txBody>
      </p:sp>
      <p:sp>
        <p:nvSpPr>
          <p:cNvPr id="7" name="Subtitle">
            <a:extLst>
              <a:ext uri="{FF2B5EF4-FFF2-40B4-BE49-F238E27FC236}">
                <a16:creationId xmlns:a16="http://schemas.microsoft.com/office/drawing/2014/main" id="{20FC0E26-D9C2-DC55-32B5-BED1F0809D71}"/>
              </a:ext>
            </a:extLst>
          </p:cNvPr>
          <p:cNvSpPr txBox="1"/>
          <p:nvPr/>
        </p:nvSpPr>
        <p:spPr>
          <a:xfrm>
            <a:off x="914400" y="3424268"/>
            <a:ext cx="7315200" cy="230832"/>
          </a:xfrm>
          <a:prstGeom prst="rect">
            <a:avLst/>
          </a:prstGeom>
          <a:noFill/>
        </p:spPr>
        <p:txBody>
          <a:bodyPr wrap="square" lIns="0" tIns="0" rIns="0" bIns="0" anchor="t">
            <a:spAutoFit/>
          </a:bodyPr>
          <a:lstStyle/>
          <a:p>
            <a:pPr algn="l"/>
            <a:r>
              <a:rPr lang="en-US" sz="1500" b="0" i="0">
                <a:solidFill>
                  <a:srgbClr val="DDDFF0"/>
                </a:solidFill>
                <a:latin typeface="Segoe UI"/>
              </a:rPr>
              <a:t>How we got started</a:t>
            </a:r>
            <a:endParaRPr sz="1500" b="0" i="0">
              <a:solidFill>
                <a:srgbClr val="DDDFF0"/>
              </a:solidFill>
              <a:latin typeface="Segoe UI"/>
            </a:endParaRPr>
          </a:p>
        </p:txBody>
      </p:sp>
      <p:sp>
        <p:nvSpPr>
          <p:cNvPr id="8" name="LogoBadge">
            <a:extLst>
              <a:ext uri="{FF2B5EF4-FFF2-40B4-BE49-F238E27FC236}">
                <a16:creationId xmlns:a16="http://schemas.microsoft.com/office/drawing/2014/main" id="{E60418DB-1708-E695-7CD3-0EA7D1F3F418}"/>
              </a:ext>
            </a:extLst>
          </p:cNvPr>
          <p:cNvSpPr/>
          <p:nvPr/>
        </p:nvSpPr>
        <p:spPr>
          <a:xfrm>
            <a:off x="457200" y="5989320"/>
            <a:ext cx="777240" cy="7772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9" name="Logo" descr="main_logo.png">
            <a:extLst>
              <a:ext uri="{FF2B5EF4-FFF2-40B4-BE49-F238E27FC236}">
                <a16:creationId xmlns:a16="http://schemas.microsoft.com/office/drawing/2014/main" id="{8A44F432-23C4-D1D6-91E5-D8B8F06BA915}"/>
              </a:ext>
            </a:extLst>
          </p:cNvPr>
          <p:cNvPicPr>
            <a:picLocks noChangeAspect="1"/>
          </p:cNvPicPr>
          <p:nvPr/>
        </p:nvPicPr>
        <p:blipFill>
          <a:blip r:embed="rId2"/>
          <a:stretch>
            <a:fillRect/>
          </a:stretch>
        </p:blipFill>
        <p:spPr>
          <a:xfrm>
            <a:off x="580644" y="6112764"/>
            <a:ext cx="548640" cy="548640"/>
          </a:xfrm>
          <a:prstGeom prst="rect">
            <a:avLst/>
          </a:prstGeom>
        </p:spPr>
      </p:pic>
      <p:sp>
        <p:nvSpPr>
          <p:cNvPr id="10" name="PageNum">
            <a:extLst>
              <a:ext uri="{FF2B5EF4-FFF2-40B4-BE49-F238E27FC236}">
                <a16:creationId xmlns:a16="http://schemas.microsoft.com/office/drawing/2014/main" id="{BDE99844-B690-2526-164E-F93D2EDFFE1F}"/>
              </a:ext>
            </a:extLst>
          </p:cNvPr>
          <p:cNvSpPr txBox="1"/>
          <p:nvPr/>
        </p:nvSpPr>
        <p:spPr>
          <a:xfrm>
            <a:off x="11292840" y="6263640"/>
            <a:ext cx="640080" cy="365760"/>
          </a:xfrm>
          <a:prstGeom prst="rect">
            <a:avLst/>
          </a:prstGeom>
          <a:noFill/>
        </p:spPr>
        <p:txBody>
          <a:bodyPr wrap="square" lIns="0" tIns="0" rIns="0" bIns="0" anchor="t">
            <a:spAutoFit/>
          </a:bodyPr>
          <a:lstStyle/>
          <a:p>
            <a:pPr algn="r"/>
            <a:r>
              <a:rPr sz="1300" b="1" i="0">
                <a:solidFill>
                  <a:srgbClr val="FFCB05"/>
                </a:solidFill>
                <a:latin typeface="Segoe UI"/>
              </a:rPr>
              <a:t>03</a:t>
            </a:r>
          </a:p>
        </p:txBody>
      </p:sp>
      <p:sp>
        <p:nvSpPr>
          <p:cNvPr id="12" name="StepNum_0">
            <a:extLst>
              <a:ext uri="{FF2B5EF4-FFF2-40B4-BE49-F238E27FC236}">
                <a16:creationId xmlns:a16="http://schemas.microsoft.com/office/drawing/2014/main" id="{5B69BABB-61D4-5704-9B67-91CE9DFFC6CC}"/>
              </a:ext>
            </a:extLst>
          </p:cNvPr>
          <p:cNvSpPr txBox="1"/>
          <p:nvPr/>
        </p:nvSpPr>
        <p:spPr>
          <a:xfrm>
            <a:off x="1417320" y="2441274"/>
            <a:ext cx="640080" cy="184666"/>
          </a:xfrm>
          <a:prstGeom prst="rect">
            <a:avLst/>
          </a:prstGeom>
          <a:noFill/>
        </p:spPr>
        <p:txBody>
          <a:bodyPr wrap="square" lIns="0" tIns="0" rIns="0" bIns="0" anchor="ctr">
            <a:spAutoFit/>
          </a:bodyPr>
          <a:lstStyle/>
          <a:p>
            <a:pPr algn="ctr"/>
            <a:r>
              <a:rPr lang="en-US" sz="1200" b="1">
                <a:solidFill>
                  <a:srgbClr val="FFC000"/>
                </a:solidFill>
                <a:latin typeface="Segoe UI"/>
              </a:rPr>
              <a:t>02</a:t>
            </a:r>
            <a:endParaRPr lang="en-US" sz="1200" b="1" i="0">
              <a:solidFill>
                <a:srgbClr val="FFC000"/>
              </a:solidFill>
              <a:latin typeface="Segoe UI"/>
              <a:cs typeface="Segoe UI"/>
            </a:endParaRPr>
          </a:p>
        </p:txBody>
      </p:sp>
    </p:spTree>
    <p:extLst>
      <p:ext uri="{BB962C8B-B14F-4D97-AF65-F5344CB8AC3E}">
        <p14:creationId xmlns:p14="http://schemas.microsoft.com/office/powerpoint/2010/main" val="354896512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E87A79-C176-A7BA-7C88-752EA2C17E7F}"/>
            </a:ext>
          </a:extLst>
        </p:cNvPr>
        <p:cNvGrpSpPr/>
        <p:nvPr/>
      </p:nvGrpSpPr>
      <p:grpSpPr>
        <a:xfrm>
          <a:off x="0" y="0"/>
          <a:ext cx="0" cy="0"/>
          <a:chOff x="0" y="0"/>
          <a:chExt cx="0" cy="0"/>
        </a:xfrm>
      </p:grpSpPr>
      <p:sp>
        <p:nvSpPr>
          <p:cNvPr id="2" name="BgFill">
            <a:extLst>
              <a:ext uri="{FF2B5EF4-FFF2-40B4-BE49-F238E27FC236}">
                <a16:creationId xmlns:a16="http://schemas.microsoft.com/office/drawing/2014/main" id="{FF06E9EA-39C0-A296-E642-A4F904F97C06}"/>
              </a:ext>
            </a:extLst>
          </p:cNvPr>
          <p:cNvSpPr/>
          <p:nvPr/>
        </p:nvSpPr>
        <p:spPr>
          <a:xfrm>
            <a:off x="0" y="0"/>
            <a:ext cx="12191695" cy="6858000"/>
          </a:xfrm>
          <a:prstGeom prst="rect">
            <a:avLst/>
          </a:prstGeom>
          <a:solidFill>
            <a:srgbClr val="F0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BrandBar">
            <a:extLst>
              <a:ext uri="{FF2B5EF4-FFF2-40B4-BE49-F238E27FC236}">
                <a16:creationId xmlns:a16="http://schemas.microsoft.com/office/drawing/2014/main" id="{75EB75A1-4217-BF77-9991-633C03BDC2CD}"/>
              </a:ext>
            </a:extLst>
          </p:cNvPr>
          <p:cNvSpPr/>
          <p:nvPr/>
        </p:nvSpPr>
        <p:spPr>
          <a:xfrm>
            <a:off x="0" y="0"/>
            <a:ext cx="12191695" cy="1188720"/>
          </a:xfrm>
          <a:prstGeom prst="rect">
            <a:avLst/>
          </a:prstGeom>
          <a:solidFill>
            <a:srgbClr val="272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AccentCircle">
            <a:extLst>
              <a:ext uri="{FF2B5EF4-FFF2-40B4-BE49-F238E27FC236}">
                <a16:creationId xmlns:a16="http://schemas.microsoft.com/office/drawing/2014/main" id="{862913F5-3D63-82D6-9C7F-45B6D45BD71A}"/>
              </a:ext>
            </a:extLst>
          </p:cNvPr>
          <p:cNvSpPr/>
          <p:nvPr/>
        </p:nvSpPr>
        <p:spPr>
          <a:xfrm>
            <a:off x="10744200" y="137160"/>
            <a:ext cx="914400" cy="914400"/>
          </a:xfrm>
          <a:prstGeom prst="ellipse">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HeaderTitle">
            <a:extLst>
              <a:ext uri="{FF2B5EF4-FFF2-40B4-BE49-F238E27FC236}">
                <a16:creationId xmlns:a16="http://schemas.microsoft.com/office/drawing/2014/main" id="{F60C6EAD-A458-FFFA-657D-31510D7BFA7C}"/>
              </a:ext>
            </a:extLst>
          </p:cNvPr>
          <p:cNvSpPr txBox="1"/>
          <p:nvPr/>
        </p:nvSpPr>
        <p:spPr>
          <a:xfrm>
            <a:off x="548640" y="329184"/>
            <a:ext cx="8686800" cy="400110"/>
          </a:xfrm>
          <a:prstGeom prst="rect">
            <a:avLst/>
          </a:prstGeom>
          <a:noFill/>
        </p:spPr>
        <p:txBody>
          <a:bodyPr wrap="square" lIns="0" tIns="0" rIns="0" bIns="0" anchor="t">
            <a:spAutoFit/>
          </a:bodyPr>
          <a:lstStyle/>
          <a:p>
            <a:r>
              <a:rPr lang="en-US" sz="2600" b="1">
                <a:solidFill>
                  <a:srgbClr val="FFFFFF"/>
                </a:solidFill>
                <a:latin typeface="Segoe UI"/>
              </a:rPr>
              <a:t>Gantt Chart</a:t>
            </a:r>
            <a:r>
              <a:rPr sz="2600" b="1" i="0">
                <a:solidFill>
                  <a:srgbClr val="FFFFFF"/>
                </a:solidFill>
                <a:latin typeface="Segoe UI"/>
              </a:rPr>
              <a:t>: </a:t>
            </a:r>
            <a:r>
              <a:rPr lang="en-US" sz="2600" b="1">
                <a:solidFill>
                  <a:srgbClr val="FFFFFF"/>
                </a:solidFill>
                <a:latin typeface="Segoe UI"/>
              </a:rPr>
              <a:t>Full Project Schedule</a:t>
            </a:r>
            <a:endParaRPr sz="2600" b="1" i="0">
              <a:solidFill>
                <a:srgbClr val="FFFFFF"/>
              </a:solidFill>
              <a:latin typeface="Segoe UI"/>
            </a:endParaRPr>
          </a:p>
        </p:txBody>
      </p:sp>
      <p:sp>
        <p:nvSpPr>
          <p:cNvPr id="6" name="KickerLine2">
            <a:extLst>
              <a:ext uri="{FF2B5EF4-FFF2-40B4-BE49-F238E27FC236}">
                <a16:creationId xmlns:a16="http://schemas.microsoft.com/office/drawing/2014/main" id="{921C9200-6E3F-6B93-E83E-2B23338F02B2}"/>
              </a:ext>
            </a:extLst>
          </p:cNvPr>
          <p:cNvSpPr/>
          <p:nvPr/>
        </p:nvSpPr>
        <p:spPr>
          <a:xfrm>
            <a:off x="0" y="1188720"/>
            <a:ext cx="12191695" cy="45720"/>
          </a:xfrm>
          <a:prstGeom prst="rect">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ImagePlaceholder">
            <a:extLst>
              <a:ext uri="{FF2B5EF4-FFF2-40B4-BE49-F238E27FC236}">
                <a16:creationId xmlns:a16="http://schemas.microsoft.com/office/drawing/2014/main" id="{0BC97237-A0C0-807A-47EA-C49CD1F17277}"/>
              </a:ext>
            </a:extLst>
          </p:cNvPr>
          <p:cNvSpPr/>
          <p:nvPr/>
        </p:nvSpPr>
        <p:spPr>
          <a:xfrm>
            <a:off x="570411" y="1804851"/>
            <a:ext cx="6822862" cy="3910149"/>
          </a:xfrm>
          <a:prstGeom prst="roundRect">
            <a:avLst>
              <a:gd name="adj" fmla="val 4000"/>
            </a:avLst>
          </a:prstGeom>
          <a:solidFill>
            <a:srgbClr val="FFFFFF"/>
          </a:solidFill>
          <a:ln w="12700">
            <a:solidFill>
              <a:srgbClr val="C9CEE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LogoBadge">
            <a:extLst>
              <a:ext uri="{FF2B5EF4-FFF2-40B4-BE49-F238E27FC236}">
                <a16:creationId xmlns:a16="http://schemas.microsoft.com/office/drawing/2014/main" id="{82714391-43B2-C01B-A691-555EB87EEE65}"/>
              </a:ext>
            </a:extLst>
          </p:cNvPr>
          <p:cNvSpPr/>
          <p:nvPr/>
        </p:nvSpPr>
        <p:spPr>
          <a:xfrm>
            <a:off x="457200" y="5989320"/>
            <a:ext cx="777240" cy="7772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1" name="Logo" descr="main_logo.png">
            <a:extLst>
              <a:ext uri="{FF2B5EF4-FFF2-40B4-BE49-F238E27FC236}">
                <a16:creationId xmlns:a16="http://schemas.microsoft.com/office/drawing/2014/main" id="{5EA6DEBA-CB0A-A4F4-65D4-6D2C4AE5C2FE}"/>
              </a:ext>
            </a:extLst>
          </p:cNvPr>
          <p:cNvPicPr>
            <a:picLocks noChangeAspect="1"/>
          </p:cNvPicPr>
          <p:nvPr/>
        </p:nvPicPr>
        <p:blipFill>
          <a:blip r:embed="rId2"/>
          <a:stretch>
            <a:fillRect/>
          </a:stretch>
        </p:blipFill>
        <p:spPr>
          <a:xfrm>
            <a:off x="580644" y="6112764"/>
            <a:ext cx="548640" cy="548640"/>
          </a:xfrm>
          <a:prstGeom prst="rect">
            <a:avLst/>
          </a:prstGeom>
        </p:spPr>
      </p:pic>
      <p:sp>
        <p:nvSpPr>
          <p:cNvPr id="32" name="LinkCard"/>
          <p:cNvSpPr/>
          <p:nvPr/>
        </p:nvSpPr>
        <p:spPr>
          <a:xfrm>
            <a:off x="7950621" y="1819366"/>
            <a:ext cx="2560320" cy="1188720"/>
          </a:xfrm>
          <a:prstGeom prst="roundRect">
            <a:avLst>
              <a:gd name="adj" fmla="val 4000"/>
            </a:avLst>
          </a:prstGeom>
          <a:solidFill>
            <a:srgbClr val="FFFFFF"/>
          </a:solidFill>
          <a:ln w="12700">
            <a:solidFill>
              <a:srgbClr val="C9C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LinkLabel"/>
          <p:cNvSpPr txBox="1"/>
          <p:nvPr/>
        </p:nvSpPr>
        <p:spPr>
          <a:xfrm>
            <a:off x="8179221" y="2047966"/>
            <a:ext cx="2103120" cy="274320"/>
          </a:xfrm>
          <a:prstGeom prst="rect">
            <a:avLst/>
          </a:prstGeom>
          <a:noFill/>
        </p:spPr>
        <p:txBody>
          <a:bodyPr wrap="square" lIns="0" tIns="0" rIns="0" bIns="0" anchor="t"/>
          <a:lstStyle/>
          <a:p>
            <a:pPr algn="l"/>
            <a:r>
              <a:rPr sz="900" b="1" i="0">
                <a:solidFill>
                  <a:srgbClr val="8891A8"/>
                </a:solidFill>
                <a:latin typeface="Segoe UI"/>
              </a:rPr>
              <a:t>LIVE DOCUMENT</a:t>
            </a:r>
          </a:p>
        </p:txBody>
      </p:sp>
      <p:sp>
        <p:nvSpPr>
          <p:cNvPr id="34" name="LinkText"/>
          <p:cNvSpPr txBox="1"/>
          <p:nvPr/>
        </p:nvSpPr>
        <p:spPr>
          <a:xfrm>
            <a:off x="8179221" y="2368006"/>
            <a:ext cx="2103120" cy="457200"/>
          </a:xfrm>
          <a:prstGeom prst="rect">
            <a:avLst/>
          </a:prstGeom>
          <a:noFill/>
        </p:spPr>
        <p:txBody>
          <a:bodyPr wrap="square" lIns="0" tIns="0" rIns="0" bIns="0" anchor="t"/>
          <a:lstStyle/>
          <a:p>
            <a:r>
              <a:rPr lang="en-US" sz="1100">
                <a:solidFill>
                  <a:srgbClr val="27247B"/>
                </a:solidFill>
                <a:latin typeface="Segoe UI"/>
                <a:hlinkClick r:id="rId3"/>
              </a:rPr>
              <a:t>View Gantt Chart</a:t>
            </a:r>
            <a:endParaRPr sz="1100" b="0" i="0">
              <a:solidFill>
                <a:srgbClr val="27247B"/>
              </a:solidFill>
              <a:latin typeface="Segoe UI"/>
            </a:endParaRPr>
          </a:p>
        </p:txBody>
      </p:sp>
      <p:pic>
        <p:nvPicPr>
          <p:cNvPr id="8" name="Picture 7">
            <a:extLst>
              <a:ext uri="{FF2B5EF4-FFF2-40B4-BE49-F238E27FC236}">
                <a16:creationId xmlns:a16="http://schemas.microsoft.com/office/drawing/2014/main" id="{109FE4B9-FF77-D341-F124-B0E701A00797}"/>
              </a:ext>
            </a:extLst>
          </p:cNvPr>
          <p:cNvPicPr>
            <a:picLocks noChangeAspect="1"/>
          </p:cNvPicPr>
          <p:nvPr/>
        </p:nvPicPr>
        <p:blipFill>
          <a:blip r:embed="rId4"/>
          <a:stretch>
            <a:fillRect/>
          </a:stretch>
        </p:blipFill>
        <p:spPr>
          <a:xfrm>
            <a:off x="608694" y="1820637"/>
            <a:ext cx="6743700" cy="3898900"/>
          </a:xfrm>
          <a:prstGeom prst="rect">
            <a:avLst/>
          </a:prstGeom>
        </p:spPr>
      </p:pic>
      <p:sp>
        <p:nvSpPr>
          <p:cNvPr id="10" name="StepNum_0">
            <a:extLst>
              <a:ext uri="{FF2B5EF4-FFF2-40B4-BE49-F238E27FC236}">
                <a16:creationId xmlns:a16="http://schemas.microsoft.com/office/drawing/2014/main" id="{C0A228A2-A5E2-938A-7CD2-7BC4516FF6A8}"/>
              </a:ext>
            </a:extLst>
          </p:cNvPr>
          <p:cNvSpPr txBox="1"/>
          <p:nvPr/>
        </p:nvSpPr>
        <p:spPr>
          <a:xfrm>
            <a:off x="10886439" y="459488"/>
            <a:ext cx="640080" cy="276999"/>
          </a:xfrm>
          <a:prstGeom prst="rect">
            <a:avLst/>
          </a:prstGeom>
          <a:noFill/>
        </p:spPr>
        <p:txBody>
          <a:bodyPr wrap="square" lIns="0" tIns="0" rIns="0" bIns="0" anchor="ctr">
            <a:spAutoFit/>
          </a:bodyPr>
          <a:lstStyle/>
          <a:p>
            <a:pPr algn="ctr"/>
            <a:r>
              <a:rPr lang="en-US" b="1">
                <a:solidFill>
                  <a:srgbClr val="27247B"/>
                </a:solidFill>
                <a:latin typeface="Segoe UI"/>
              </a:rPr>
              <a:t>02</a:t>
            </a:r>
            <a:endParaRPr lang="en-US" sz="1800" b="1" i="0">
              <a:solidFill>
                <a:srgbClr val="27247B"/>
              </a:solidFill>
              <a:latin typeface="Segoe UI"/>
              <a:cs typeface="Segoe UI"/>
            </a:endParaRPr>
          </a:p>
        </p:txBody>
      </p:sp>
    </p:spTree>
    <p:extLst>
      <p:ext uri="{BB962C8B-B14F-4D97-AF65-F5344CB8AC3E}">
        <p14:creationId xmlns:p14="http://schemas.microsoft.com/office/powerpoint/2010/main" val="303699026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Fill"/>
          <p:cNvSpPr/>
          <p:nvPr/>
        </p:nvSpPr>
        <p:spPr>
          <a:xfrm>
            <a:off x="0" y="0"/>
            <a:ext cx="12191695" cy="6858000"/>
          </a:xfrm>
          <a:prstGeom prst="rect">
            <a:avLst/>
          </a:prstGeom>
          <a:solidFill>
            <a:srgbClr val="F0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BrandBar"/>
          <p:cNvSpPr/>
          <p:nvPr/>
        </p:nvSpPr>
        <p:spPr>
          <a:xfrm>
            <a:off x="0" y="0"/>
            <a:ext cx="12191695" cy="1188720"/>
          </a:xfrm>
          <a:prstGeom prst="rect">
            <a:avLst/>
          </a:prstGeom>
          <a:solidFill>
            <a:srgbClr val="272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AccentCircle"/>
          <p:cNvSpPr/>
          <p:nvPr/>
        </p:nvSpPr>
        <p:spPr>
          <a:xfrm>
            <a:off x="10744200" y="137160"/>
            <a:ext cx="914400" cy="914400"/>
          </a:xfrm>
          <a:prstGeom prst="ellipse">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HeaderTitle"/>
          <p:cNvSpPr txBox="1"/>
          <p:nvPr/>
        </p:nvSpPr>
        <p:spPr>
          <a:xfrm>
            <a:off x="548640" y="329184"/>
            <a:ext cx="8686800" cy="640080"/>
          </a:xfrm>
          <a:prstGeom prst="rect">
            <a:avLst/>
          </a:prstGeom>
          <a:noFill/>
        </p:spPr>
        <p:txBody>
          <a:bodyPr wrap="square" lIns="0" tIns="0" rIns="0" bIns="0" anchor="t">
            <a:spAutoFit/>
          </a:bodyPr>
          <a:lstStyle/>
          <a:p>
            <a:pPr algn="l"/>
            <a:r>
              <a:rPr sz="2600" b="1" i="0">
                <a:solidFill>
                  <a:srgbClr val="FFFFFF"/>
                </a:solidFill>
                <a:latin typeface="Segoe UI"/>
              </a:rPr>
              <a:t>A Content Slide With Bullets</a:t>
            </a:r>
          </a:p>
        </p:txBody>
      </p:sp>
      <p:sp>
        <p:nvSpPr>
          <p:cNvPr id="6" name="KickerLine2"/>
          <p:cNvSpPr/>
          <p:nvPr/>
        </p:nvSpPr>
        <p:spPr>
          <a:xfrm>
            <a:off x="0" y="1188720"/>
            <a:ext cx="12191695" cy="45720"/>
          </a:xfrm>
          <a:prstGeom prst="rect">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Bullet_0"/>
          <p:cNvSpPr/>
          <p:nvPr/>
        </p:nvSpPr>
        <p:spPr>
          <a:xfrm>
            <a:off x="731520" y="1764792"/>
            <a:ext cx="146304" cy="146304"/>
          </a:xfrm>
          <a:prstGeom prst="rect">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BulletTitle_0"/>
          <p:cNvSpPr txBox="1"/>
          <p:nvPr/>
        </p:nvSpPr>
        <p:spPr>
          <a:xfrm>
            <a:off x="1097280" y="1636776"/>
            <a:ext cx="7772400" cy="365760"/>
          </a:xfrm>
          <a:prstGeom prst="rect">
            <a:avLst/>
          </a:prstGeom>
          <a:noFill/>
        </p:spPr>
        <p:txBody>
          <a:bodyPr wrap="square" lIns="0" tIns="0" rIns="0" bIns="0" anchor="t">
            <a:spAutoFit/>
          </a:bodyPr>
          <a:lstStyle/>
          <a:p>
            <a:pPr algn="l"/>
            <a:r>
              <a:rPr sz="1600" b="1" i="0">
                <a:solidFill>
                  <a:srgbClr val="27247B"/>
                </a:solidFill>
                <a:latin typeface="Segoe UI"/>
              </a:rPr>
              <a:t>Clear Point One</a:t>
            </a:r>
          </a:p>
        </p:txBody>
      </p:sp>
      <p:sp>
        <p:nvSpPr>
          <p:cNvPr id="9" name="BulletDesc_0"/>
          <p:cNvSpPr txBox="1"/>
          <p:nvPr/>
        </p:nvSpPr>
        <p:spPr>
          <a:xfrm>
            <a:off x="1097280" y="2011680"/>
            <a:ext cx="9875520" cy="365760"/>
          </a:xfrm>
          <a:prstGeom prst="rect">
            <a:avLst/>
          </a:prstGeom>
          <a:noFill/>
        </p:spPr>
        <p:txBody>
          <a:bodyPr wrap="square" lIns="0" tIns="0" rIns="0" bIns="0" anchor="t">
            <a:spAutoFit/>
          </a:bodyPr>
          <a:lstStyle/>
          <a:p>
            <a:pPr algn="l"/>
            <a:r>
              <a:rPr sz="1200" b="0" i="0">
                <a:solidFill>
                  <a:srgbClr val="858796"/>
                </a:solidFill>
                <a:latin typeface="Segoe UI"/>
              </a:rPr>
              <a:t>Short supporting description goes here for context.</a:t>
            </a:r>
          </a:p>
        </p:txBody>
      </p:sp>
      <p:sp>
        <p:nvSpPr>
          <p:cNvPr id="10" name="Bullet_1"/>
          <p:cNvSpPr/>
          <p:nvPr/>
        </p:nvSpPr>
        <p:spPr>
          <a:xfrm>
            <a:off x="731520" y="2724912"/>
            <a:ext cx="146304" cy="146304"/>
          </a:xfrm>
          <a:prstGeom prst="rect">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BulletTitle_1"/>
          <p:cNvSpPr txBox="1"/>
          <p:nvPr/>
        </p:nvSpPr>
        <p:spPr>
          <a:xfrm>
            <a:off x="1097280" y="2596896"/>
            <a:ext cx="7772400" cy="365760"/>
          </a:xfrm>
          <a:prstGeom prst="rect">
            <a:avLst/>
          </a:prstGeom>
          <a:noFill/>
        </p:spPr>
        <p:txBody>
          <a:bodyPr wrap="square" lIns="0" tIns="0" rIns="0" bIns="0" anchor="t">
            <a:spAutoFit/>
          </a:bodyPr>
          <a:lstStyle/>
          <a:p>
            <a:pPr algn="l"/>
            <a:r>
              <a:rPr sz="1600" b="1" i="0">
                <a:solidFill>
                  <a:srgbClr val="27247B"/>
                </a:solidFill>
                <a:latin typeface="Segoe UI"/>
              </a:rPr>
              <a:t>Clear Point Two</a:t>
            </a:r>
          </a:p>
        </p:txBody>
      </p:sp>
      <p:sp>
        <p:nvSpPr>
          <p:cNvPr id="12" name="BulletDesc_1"/>
          <p:cNvSpPr txBox="1"/>
          <p:nvPr/>
        </p:nvSpPr>
        <p:spPr>
          <a:xfrm>
            <a:off x="1097280" y="2971800"/>
            <a:ext cx="9875520" cy="365760"/>
          </a:xfrm>
          <a:prstGeom prst="rect">
            <a:avLst/>
          </a:prstGeom>
          <a:noFill/>
        </p:spPr>
        <p:txBody>
          <a:bodyPr wrap="square" lIns="0" tIns="0" rIns="0" bIns="0" anchor="t">
            <a:spAutoFit/>
          </a:bodyPr>
          <a:lstStyle/>
          <a:p>
            <a:pPr algn="l"/>
            <a:r>
              <a:rPr sz="1200" b="0" i="0">
                <a:solidFill>
                  <a:srgbClr val="858796"/>
                </a:solidFill>
                <a:latin typeface="Segoe UI"/>
              </a:rPr>
              <a:t>Keep each line tight — one idea per row reads best.</a:t>
            </a:r>
          </a:p>
        </p:txBody>
      </p:sp>
      <p:sp>
        <p:nvSpPr>
          <p:cNvPr id="13" name="Bullet_2"/>
          <p:cNvSpPr/>
          <p:nvPr/>
        </p:nvSpPr>
        <p:spPr>
          <a:xfrm>
            <a:off x="731520" y="3685032"/>
            <a:ext cx="146304" cy="146304"/>
          </a:xfrm>
          <a:prstGeom prst="rect">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BulletTitle_2"/>
          <p:cNvSpPr txBox="1"/>
          <p:nvPr/>
        </p:nvSpPr>
        <p:spPr>
          <a:xfrm>
            <a:off x="1097280" y="3557016"/>
            <a:ext cx="7772400" cy="365760"/>
          </a:xfrm>
          <a:prstGeom prst="rect">
            <a:avLst/>
          </a:prstGeom>
          <a:noFill/>
        </p:spPr>
        <p:txBody>
          <a:bodyPr wrap="square" lIns="0" tIns="0" rIns="0" bIns="0" anchor="t">
            <a:spAutoFit/>
          </a:bodyPr>
          <a:lstStyle/>
          <a:p>
            <a:pPr algn="l"/>
            <a:r>
              <a:rPr sz="1600" b="1" i="0">
                <a:solidFill>
                  <a:srgbClr val="27247B"/>
                </a:solidFill>
                <a:latin typeface="Segoe UI"/>
              </a:rPr>
              <a:t>Clear Point Three</a:t>
            </a:r>
          </a:p>
        </p:txBody>
      </p:sp>
      <p:sp>
        <p:nvSpPr>
          <p:cNvPr id="15" name="BulletDesc_2"/>
          <p:cNvSpPr txBox="1"/>
          <p:nvPr/>
        </p:nvSpPr>
        <p:spPr>
          <a:xfrm>
            <a:off x="1097280" y="3931920"/>
            <a:ext cx="9875520" cy="365760"/>
          </a:xfrm>
          <a:prstGeom prst="rect">
            <a:avLst/>
          </a:prstGeom>
          <a:noFill/>
        </p:spPr>
        <p:txBody>
          <a:bodyPr wrap="square" lIns="0" tIns="0" rIns="0" bIns="0" anchor="t">
            <a:spAutoFit/>
          </a:bodyPr>
          <a:lstStyle/>
          <a:p>
            <a:pPr algn="l"/>
            <a:r>
              <a:rPr sz="1200" b="0" i="0">
                <a:solidFill>
                  <a:srgbClr val="858796"/>
                </a:solidFill>
                <a:latin typeface="Segoe UI"/>
              </a:rPr>
              <a:t>Swap the icon colour to match the section's tone.</a:t>
            </a:r>
          </a:p>
        </p:txBody>
      </p:sp>
      <p:sp>
        <p:nvSpPr>
          <p:cNvPr id="16" name="Bullet_3"/>
          <p:cNvSpPr/>
          <p:nvPr/>
        </p:nvSpPr>
        <p:spPr>
          <a:xfrm>
            <a:off x="731520" y="4645152"/>
            <a:ext cx="146304" cy="146304"/>
          </a:xfrm>
          <a:prstGeom prst="rect">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BulletTitle_3"/>
          <p:cNvSpPr txBox="1"/>
          <p:nvPr/>
        </p:nvSpPr>
        <p:spPr>
          <a:xfrm>
            <a:off x="1097280" y="4517136"/>
            <a:ext cx="7772400" cy="365760"/>
          </a:xfrm>
          <a:prstGeom prst="rect">
            <a:avLst/>
          </a:prstGeom>
          <a:noFill/>
        </p:spPr>
        <p:txBody>
          <a:bodyPr wrap="square" lIns="0" tIns="0" rIns="0" bIns="0" anchor="t">
            <a:spAutoFit/>
          </a:bodyPr>
          <a:lstStyle/>
          <a:p>
            <a:pPr algn="l"/>
            <a:r>
              <a:rPr sz="1600" b="1" i="0">
                <a:solidFill>
                  <a:srgbClr val="27247B"/>
                </a:solidFill>
                <a:latin typeface="Segoe UI"/>
              </a:rPr>
              <a:t>Clear Point Four</a:t>
            </a:r>
          </a:p>
        </p:txBody>
      </p:sp>
      <p:sp>
        <p:nvSpPr>
          <p:cNvPr id="18" name="BulletDesc_3"/>
          <p:cNvSpPr txBox="1"/>
          <p:nvPr/>
        </p:nvSpPr>
        <p:spPr>
          <a:xfrm>
            <a:off x="1097280" y="4892040"/>
            <a:ext cx="9875520" cy="365760"/>
          </a:xfrm>
          <a:prstGeom prst="rect">
            <a:avLst/>
          </a:prstGeom>
          <a:noFill/>
        </p:spPr>
        <p:txBody>
          <a:bodyPr wrap="square" lIns="0" tIns="0" rIns="0" bIns="0" anchor="t">
            <a:spAutoFit/>
          </a:bodyPr>
          <a:lstStyle/>
          <a:p>
            <a:pPr algn="l"/>
            <a:r>
              <a:rPr sz="1200" b="0" i="0">
                <a:solidFill>
                  <a:srgbClr val="858796"/>
                </a:solidFill>
                <a:latin typeface="Segoe UI"/>
              </a:rPr>
              <a:t>Duplicate this row to add as many points as needed.</a:t>
            </a:r>
          </a:p>
        </p:txBody>
      </p:sp>
      <p:sp>
        <p:nvSpPr>
          <p:cNvPr id="19" name="LogoBadge"/>
          <p:cNvSpPr/>
          <p:nvPr/>
        </p:nvSpPr>
        <p:spPr>
          <a:xfrm>
            <a:off x="457200" y="5989320"/>
            <a:ext cx="777240" cy="7772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Logo" descr="main_logo.png"/>
          <p:cNvPicPr>
            <a:picLocks noChangeAspect="1"/>
          </p:cNvPicPr>
          <p:nvPr/>
        </p:nvPicPr>
        <p:blipFill>
          <a:blip r:embed="rId2"/>
          <a:stretch>
            <a:fillRect/>
          </a:stretch>
        </p:blipFill>
        <p:spPr>
          <a:xfrm>
            <a:off x="580644" y="6112764"/>
            <a:ext cx="548640" cy="548640"/>
          </a:xfrm>
          <a:prstGeom prst="rect">
            <a:avLst/>
          </a:prstGeom>
        </p:spPr>
      </p:pic>
      <p:sp>
        <p:nvSpPr>
          <p:cNvPr id="21" name="PageNum"/>
          <p:cNvSpPr txBox="1"/>
          <p:nvPr/>
        </p:nvSpPr>
        <p:spPr>
          <a:xfrm>
            <a:off x="11292840" y="6263640"/>
            <a:ext cx="640080" cy="365760"/>
          </a:xfrm>
          <a:prstGeom prst="rect">
            <a:avLst/>
          </a:prstGeom>
          <a:noFill/>
        </p:spPr>
        <p:txBody>
          <a:bodyPr wrap="square" lIns="0" tIns="0" rIns="0" bIns="0" anchor="t">
            <a:spAutoFit/>
          </a:bodyPr>
          <a:lstStyle/>
          <a:p>
            <a:pPr algn="r"/>
            <a:r>
              <a:rPr sz="1300" b="1" i="0">
                <a:solidFill>
                  <a:srgbClr val="27247B"/>
                </a:solidFill>
                <a:latin typeface="Segoe UI"/>
              </a:rPr>
              <a:t>04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Fill"/>
          <p:cNvSpPr/>
          <p:nvPr/>
        </p:nvSpPr>
        <p:spPr>
          <a:xfrm>
            <a:off x="0" y="0"/>
            <a:ext cx="12191695" cy="6858000"/>
          </a:xfrm>
          <a:prstGeom prst="rect">
            <a:avLst/>
          </a:prstGeom>
          <a:solidFill>
            <a:srgbClr val="F0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BrandBar"/>
          <p:cNvSpPr/>
          <p:nvPr/>
        </p:nvSpPr>
        <p:spPr>
          <a:xfrm>
            <a:off x="0" y="0"/>
            <a:ext cx="12191695" cy="1188720"/>
          </a:xfrm>
          <a:prstGeom prst="rect">
            <a:avLst/>
          </a:prstGeom>
          <a:solidFill>
            <a:srgbClr val="272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AccentCircle"/>
          <p:cNvSpPr/>
          <p:nvPr/>
        </p:nvSpPr>
        <p:spPr>
          <a:xfrm>
            <a:off x="10744200" y="137160"/>
            <a:ext cx="914400" cy="914400"/>
          </a:xfrm>
          <a:prstGeom prst="ellipse">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HeaderTitle"/>
          <p:cNvSpPr txBox="1"/>
          <p:nvPr/>
        </p:nvSpPr>
        <p:spPr>
          <a:xfrm>
            <a:off x="548640" y="329184"/>
            <a:ext cx="8686800" cy="640080"/>
          </a:xfrm>
          <a:prstGeom prst="rect">
            <a:avLst/>
          </a:prstGeom>
          <a:noFill/>
        </p:spPr>
        <p:txBody>
          <a:bodyPr wrap="square" lIns="0" tIns="0" rIns="0" bIns="0" anchor="t">
            <a:spAutoFit/>
          </a:bodyPr>
          <a:lstStyle/>
          <a:p>
            <a:pPr algn="l"/>
            <a:r>
              <a:rPr sz="2600" b="1" i="0">
                <a:solidFill>
                  <a:srgbClr val="FFFFFF"/>
                </a:solidFill>
                <a:latin typeface="Segoe UI"/>
              </a:rPr>
              <a:t>Comparing Two Options</a:t>
            </a:r>
          </a:p>
        </p:txBody>
      </p:sp>
      <p:sp>
        <p:nvSpPr>
          <p:cNvPr id="6" name="KickerLine2"/>
          <p:cNvSpPr/>
          <p:nvPr/>
        </p:nvSpPr>
        <p:spPr>
          <a:xfrm>
            <a:off x="0" y="1188720"/>
            <a:ext cx="12191695" cy="45720"/>
          </a:xfrm>
          <a:prstGeom prst="rect">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Card_Option A"/>
          <p:cNvSpPr/>
          <p:nvPr/>
        </p:nvSpPr>
        <p:spPr>
          <a:xfrm>
            <a:off x="548640" y="1691640"/>
            <a:ext cx="5257800" cy="42976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ardHead_Option A"/>
          <p:cNvSpPr/>
          <p:nvPr/>
        </p:nvSpPr>
        <p:spPr>
          <a:xfrm>
            <a:off x="548640" y="1691640"/>
            <a:ext cx="5257800" cy="594360"/>
          </a:xfrm>
          <a:prstGeom prst="roundRect">
            <a:avLst>
              <a:gd name="adj" fmla="val 35000"/>
            </a:avLst>
          </a:prstGeom>
          <a:solidFill>
            <a:srgbClr val="272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ardHeadTxt_Option A"/>
          <p:cNvSpPr txBox="1"/>
          <p:nvPr/>
        </p:nvSpPr>
        <p:spPr>
          <a:xfrm>
            <a:off x="548640" y="1691640"/>
            <a:ext cx="5257800" cy="594360"/>
          </a:xfrm>
          <a:prstGeom prst="rect">
            <a:avLst/>
          </a:prstGeom>
          <a:noFill/>
        </p:spPr>
        <p:txBody>
          <a:bodyPr wrap="square" lIns="0" tIns="0" rIns="0" bIns="0" anchor="ctr">
            <a:spAutoFit/>
          </a:bodyPr>
          <a:lstStyle/>
          <a:p>
            <a:pPr algn="ctr"/>
            <a:r>
              <a:rPr sz="1600" b="1" i="0">
                <a:solidFill>
                  <a:srgbClr val="FFFFFF"/>
                </a:solidFill>
                <a:latin typeface="Segoe UI"/>
              </a:rPr>
              <a:t>Option A</a:t>
            </a:r>
          </a:p>
        </p:txBody>
      </p:sp>
      <p:sp>
        <p:nvSpPr>
          <p:cNvPr id="10" name="Dot_Option A_2.75"/>
          <p:cNvSpPr/>
          <p:nvPr/>
        </p:nvSpPr>
        <p:spPr>
          <a:xfrm>
            <a:off x="914400" y="2596896"/>
            <a:ext cx="109728" cy="109728"/>
          </a:xfrm>
          <a:prstGeom prst="rect">
            <a:avLst/>
          </a:prstGeom>
          <a:solidFill>
            <a:srgbClr val="272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Pt_Option A_2.75"/>
          <p:cNvSpPr txBox="1"/>
          <p:nvPr/>
        </p:nvSpPr>
        <p:spPr>
          <a:xfrm>
            <a:off x="1188719" y="2487168"/>
            <a:ext cx="4389120" cy="365760"/>
          </a:xfrm>
          <a:prstGeom prst="rect">
            <a:avLst/>
          </a:prstGeom>
          <a:noFill/>
        </p:spPr>
        <p:txBody>
          <a:bodyPr wrap="square" lIns="0" tIns="0" rIns="0" bIns="0" anchor="t">
            <a:spAutoFit/>
          </a:bodyPr>
          <a:lstStyle/>
          <a:p>
            <a:pPr algn="l"/>
            <a:r>
              <a:rPr sz="1300" b="0" i="0">
                <a:solidFill>
                  <a:srgbClr val="2D2D3A"/>
                </a:solidFill>
                <a:latin typeface="Segoe UI"/>
              </a:rPr>
              <a:t>Feature or benefit one</a:t>
            </a:r>
          </a:p>
        </p:txBody>
      </p:sp>
      <p:sp>
        <p:nvSpPr>
          <p:cNvPr id="12" name="Dot_Option A_3.3"/>
          <p:cNvSpPr/>
          <p:nvPr/>
        </p:nvSpPr>
        <p:spPr>
          <a:xfrm>
            <a:off x="914400" y="3099815"/>
            <a:ext cx="109728" cy="109728"/>
          </a:xfrm>
          <a:prstGeom prst="rect">
            <a:avLst/>
          </a:prstGeom>
          <a:solidFill>
            <a:srgbClr val="272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Pt_Option A_3.3"/>
          <p:cNvSpPr txBox="1"/>
          <p:nvPr/>
        </p:nvSpPr>
        <p:spPr>
          <a:xfrm>
            <a:off x="1188719" y="2990088"/>
            <a:ext cx="4389120" cy="365760"/>
          </a:xfrm>
          <a:prstGeom prst="rect">
            <a:avLst/>
          </a:prstGeom>
          <a:noFill/>
        </p:spPr>
        <p:txBody>
          <a:bodyPr wrap="square" lIns="0" tIns="0" rIns="0" bIns="0" anchor="t">
            <a:spAutoFit/>
          </a:bodyPr>
          <a:lstStyle/>
          <a:p>
            <a:pPr algn="l"/>
            <a:r>
              <a:rPr sz="1300" b="0" i="0">
                <a:solidFill>
                  <a:srgbClr val="2D2D3A"/>
                </a:solidFill>
                <a:latin typeface="Segoe UI"/>
              </a:rPr>
              <a:t>Feature or benefit two</a:t>
            </a:r>
          </a:p>
        </p:txBody>
      </p:sp>
      <p:sp>
        <p:nvSpPr>
          <p:cNvPr id="14" name="Dot_Option A_3.8499999999999996"/>
          <p:cNvSpPr/>
          <p:nvPr/>
        </p:nvSpPr>
        <p:spPr>
          <a:xfrm>
            <a:off x="914400" y="3602735"/>
            <a:ext cx="109728" cy="109728"/>
          </a:xfrm>
          <a:prstGeom prst="rect">
            <a:avLst/>
          </a:prstGeom>
          <a:solidFill>
            <a:srgbClr val="272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Pt_Option A_3.8499999999999996"/>
          <p:cNvSpPr txBox="1"/>
          <p:nvPr/>
        </p:nvSpPr>
        <p:spPr>
          <a:xfrm>
            <a:off x="1188719" y="3493008"/>
            <a:ext cx="4389120" cy="365760"/>
          </a:xfrm>
          <a:prstGeom prst="rect">
            <a:avLst/>
          </a:prstGeom>
          <a:noFill/>
        </p:spPr>
        <p:txBody>
          <a:bodyPr wrap="square" lIns="0" tIns="0" rIns="0" bIns="0" anchor="t">
            <a:spAutoFit/>
          </a:bodyPr>
          <a:lstStyle/>
          <a:p>
            <a:pPr algn="l"/>
            <a:r>
              <a:rPr sz="1300" b="0" i="0">
                <a:solidFill>
                  <a:srgbClr val="2D2D3A"/>
                </a:solidFill>
                <a:latin typeface="Segoe UI"/>
              </a:rPr>
              <a:t>Feature or benefit three</a:t>
            </a:r>
          </a:p>
        </p:txBody>
      </p:sp>
      <p:sp>
        <p:nvSpPr>
          <p:cNvPr id="16" name="Dot_Option A_4.3999999999999995"/>
          <p:cNvSpPr/>
          <p:nvPr/>
        </p:nvSpPr>
        <p:spPr>
          <a:xfrm>
            <a:off x="914400" y="4105655"/>
            <a:ext cx="109728" cy="109728"/>
          </a:xfrm>
          <a:prstGeom prst="rect">
            <a:avLst/>
          </a:prstGeom>
          <a:solidFill>
            <a:srgbClr val="272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Pt_Option A_4.3999999999999995"/>
          <p:cNvSpPr txBox="1"/>
          <p:nvPr/>
        </p:nvSpPr>
        <p:spPr>
          <a:xfrm>
            <a:off x="1188719" y="3995927"/>
            <a:ext cx="4389120" cy="365760"/>
          </a:xfrm>
          <a:prstGeom prst="rect">
            <a:avLst/>
          </a:prstGeom>
          <a:noFill/>
        </p:spPr>
        <p:txBody>
          <a:bodyPr wrap="square" lIns="0" tIns="0" rIns="0" bIns="0" anchor="t">
            <a:spAutoFit/>
          </a:bodyPr>
          <a:lstStyle/>
          <a:p>
            <a:pPr algn="l"/>
            <a:r>
              <a:rPr sz="1300" b="0" i="0">
                <a:solidFill>
                  <a:srgbClr val="2D2D3A"/>
                </a:solidFill>
                <a:latin typeface="Segoe UI"/>
              </a:rPr>
              <a:t>Feature or benefit four</a:t>
            </a:r>
          </a:p>
        </p:txBody>
      </p:sp>
      <p:sp>
        <p:nvSpPr>
          <p:cNvPr id="18" name="Card_Option B"/>
          <p:cNvSpPr/>
          <p:nvPr/>
        </p:nvSpPr>
        <p:spPr>
          <a:xfrm>
            <a:off x="6355080" y="1691640"/>
            <a:ext cx="5257800" cy="42976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CardHead_Option B"/>
          <p:cNvSpPr/>
          <p:nvPr/>
        </p:nvSpPr>
        <p:spPr>
          <a:xfrm>
            <a:off x="6355080" y="1691640"/>
            <a:ext cx="5257800" cy="594360"/>
          </a:xfrm>
          <a:prstGeom prst="roundRect">
            <a:avLst>
              <a:gd name="adj" fmla="val 35000"/>
            </a:avLst>
          </a:prstGeom>
          <a:solidFill>
            <a:srgbClr val="D79C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CardHeadTxt_Option B"/>
          <p:cNvSpPr txBox="1"/>
          <p:nvPr/>
        </p:nvSpPr>
        <p:spPr>
          <a:xfrm>
            <a:off x="6355080" y="1691640"/>
            <a:ext cx="5257800" cy="594360"/>
          </a:xfrm>
          <a:prstGeom prst="rect">
            <a:avLst/>
          </a:prstGeom>
          <a:noFill/>
        </p:spPr>
        <p:txBody>
          <a:bodyPr wrap="square" lIns="0" tIns="0" rIns="0" bIns="0" anchor="ctr">
            <a:spAutoFit/>
          </a:bodyPr>
          <a:lstStyle/>
          <a:p>
            <a:pPr algn="ctr"/>
            <a:r>
              <a:rPr sz="1600" b="1" i="0">
                <a:solidFill>
                  <a:srgbClr val="FFFFFF"/>
                </a:solidFill>
                <a:latin typeface="Segoe UI"/>
              </a:rPr>
              <a:t>Option B</a:t>
            </a:r>
          </a:p>
        </p:txBody>
      </p:sp>
      <p:sp>
        <p:nvSpPr>
          <p:cNvPr id="21" name="Dot_Option B_2.75"/>
          <p:cNvSpPr/>
          <p:nvPr/>
        </p:nvSpPr>
        <p:spPr>
          <a:xfrm>
            <a:off x="6720840" y="2596896"/>
            <a:ext cx="109728" cy="109728"/>
          </a:xfrm>
          <a:prstGeom prst="rect">
            <a:avLst/>
          </a:prstGeom>
          <a:solidFill>
            <a:srgbClr val="D79C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Pt_Option B_2.75"/>
          <p:cNvSpPr txBox="1"/>
          <p:nvPr/>
        </p:nvSpPr>
        <p:spPr>
          <a:xfrm>
            <a:off x="6995160" y="2487168"/>
            <a:ext cx="4389120" cy="365760"/>
          </a:xfrm>
          <a:prstGeom prst="rect">
            <a:avLst/>
          </a:prstGeom>
          <a:noFill/>
        </p:spPr>
        <p:txBody>
          <a:bodyPr wrap="square" lIns="0" tIns="0" rIns="0" bIns="0" anchor="t">
            <a:spAutoFit/>
          </a:bodyPr>
          <a:lstStyle/>
          <a:p>
            <a:pPr algn="l"/>
            <a:r>
              <a:rPr sz="1300" b="0" i="0">
                <a:solidFill>
                  <a:srgbClr val="2D2D3A"/>
                </a:solidFill>
                <a:latin typeface="Segoe UI"/>
              </a:rPr>
              <a:t>Feature or benefit one</a:t>
            </a:r>
          </a:p>
        </p:txBody>
      </p:sp>
      <p:sp>
        <p:nvSpPr>
          <p:cNvPr id="23" name="Dot_Option B_3.3"/>
          <p:cNvSpPr/>
          <p:nvPr/>
        </p:nvSpPr>
        <p:spPr>
          <a:xfrm>
            <a:off x="6720840" y="3099815"/>
            <a:ext cx="109728" cy="109728"/>
          </a:xfrm>
          <a:prstGeom prst="rect">
            <a:avLst/>
          </a:prstGeom>
          <a:solidFill>
            <a:srgbClr val="D79C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Pt_Option B_3.3"/>
          <p:cNvSpPr txBox="1"/>
          <p:nvPr/>
        </p:nvSpPr>
        <p:spPr>
          <a:xfrm>
            <a:off x="6995160" y="2990088"/>
            <a:ext cx="4389120" cy="365760"/>
          </a:xfrm>
          <a:prstGeom prst="rect">
            <a:avLst/>
          </a:prstGeom>
          <a:noFill/>
        </p:spPr>
        <p:txBody>
          <a:bodyPr wrap="square" lIns="0" tIns="0" rIns="0" bIns="0" anchor="t">
            <a:spAutoFit/>
          </a:bodyPr>
          <a:lstStyle/>
          <a:p>
            <a:pPr algn="l"/>
            <a:r>
              <a:rPr sz="1300" b="0" i="0">
                <a:solidFill>
                  <a:srgbClr val="2D2D3A"/>
                </a:solidFill>
                <a:latin typeface="Segoe UI"/>
              </a:rPr>
              <a:t>Feature or benefit two</a:t>
            </a:r>
          </a:p>
        </p:txBody>
      </p:sp>
      <p:sp>
        <p:nvSpPr>
          <p:cNvPr id="25" name="Dot_Option B_3.8499999999999996"/>
          <p:cNvSpPr/>
          <p:nvPr/>
        </p:nvSpPr>
        <p:spPr>
          <a:xfrm>
            <a:off x="6720840" y="3602735"/>
            <a:ext cx="109728" cy="109728"/>
          </a:xfrm>
          <a:prstGeom prst="rect">
            <a:avLst/>
          </a:prstGeom>
          <a:solidFill>
            <a:srgbClr val="D79C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Pt_Option B_3.8499999999999996"/>
          <p:cNvSpPr txBox="1"/>
          <p:nvPr/>
        </p:nvSpPr>
        <p:spPr>
          <a:xfrm>
            <a:off x="6995160" y="3493008"/>
            <a:ext cx="4389120" cy="365760"/>
          </a:xfrm>
          <a:prstGeom prst="rect">
            <a:avLst/>
          </a:prstGeom>
          <a:noFill/>
        </p:spPr>
        <p:txBody>
          <a:bodyPr wrap="square" lIns="0" tIns="0" rIns="0" bIns="0" anchor="t">
            <a:spAutoFit/>
          </a:bodyPr>
          <a:lstStyle/>
          <a:p>
            <a:pPr algn="l"/>
            <a:r>
              <a:rPr sz="1300" b="0" i="0">
                <a:solidFill>
                  <a:srgbClr val="2D2D3A"/>
                </a:solidFill>
                <a:latin typeface="Segoe UI"/>
              </a:rPr>
              <a:t>Feature or benefit three</a:t>
            </a:r>
          </a:p>
        </p:txBody>
      </p:sp>
      <p:sp>
        <p:nvSpPr>
          <p:cNvPr id="27" name="Dot_Option B_4.3999999999999995"/>
          <p:cNvSpPr/>
          <p:nvPr/>
        </p:nvSpPr>
        <p:spPr>
          <a:xfrm>
            <a:off x="6720840" y="4105655"/>
            <a:ext cx="109728" cy="109728"/>
          </a:xfrm>
          <a:prstGeom prst="rect">
            <a:avLst/>
          </a:prstGeom>
          <a:solidFill>
            <a:srgbClr val="D79C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Pt_Option B_4.3999999999999995"/>
          <p:cNvSpPr txBox="1"/>
          <p:nvPr/>
        </p:nvSpPr>
        <p:spPr>
          <a:xfrm>
            <a:off x="6995160" y="3995927"/>
            <a:ext cx="4389120" cy="365760"/>
          </a:xfrm>
          <a:prstGeom prst="rect">
            <a:avLst/>
          </a:prstGeom>
          <a:noFill/>
        </p:spPr>
        <p:txBody>
          <a:bodyPr wrap="square" lIns="0" tIns="0" rIns="0" bIns="0" anchor="t">
            <a:spAutoFit/>
          </a:bodyPr>
          <a:lstStyle/>
          <a:p>
            <a:pPr algn="l"/>
            <a:r>
              <a:rPr sz="1300" b="0" i="0">
                <a:solidFill>
                  <a:srgbClr val="2D2D3A"/>
                </a:solidFill>
                <a:latin typeface="Segoe UI"/>
              </a:rPr>
              <a:t>Feature or benefit four</a:t>
            </a:r>
          </a:p>
        </p:txBody>
      </p:sp>
      <p:sp>
        <p:nvSpPr>
          <p:cNvPr id="29" name="LogoBadge"/>
          <p:cNvSpPr/>
          <p:nvPr/>
        </p:nvSpPr>
        <p:spPr>
          <a:xfrm>
            <a:off x="457200" y="5989320"/>
            <a:ext cx="777240" cy="7772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Logo" descr="main_logo.png"/>
          <p:cNvPicPr>
            <a:picLocks noChangeAspect="1"/>
          </p:cNvPicPr>
          <p:nvPr/>
        </p:nvPicPr>
        <p:blipFill>
          <a:blip r:embed="rId2"/>
          <a:stretch>
            <a:fillRect/>
          </a:stretch>
        </p:blipFill>
        <p:spPr>
          <a:xfrm>
            <a:off x="580644" y="6112764"/>
            <a:ext cx="548640" cy="548640"/>
          </a:xfrm>
          <a:prstGeom prst="rect">
            <a:avLst/>
          </a:prstGeom>
        </p:spPr>
      </p:pic>
      <p:sp>
        <p:nvSpPr>
          <p:cNvPr id="31" name="PageNum"/>
          <p:cNvSpPr txBox="1"/>
          <p:nvPr/>
        </p:nvSpPr>
        <p:spPr>
          <a:xfrm>
            <a:off x="11292840" y="6263640"/>
            <a:ext cx="640080" cy="365760"/>
          </a:xfrm>
          <a:prstGeom prst="rect">
            <a:avLst/>
          </a:prstGeom>
          <a:noFill/>
        </p:spPr>
        <p:txBody>
          <a:bodyPr wrap="square" lIns="0" tIns="0" rIns="0" bIns="0" anchor="t">
            <a:spAutoFit/>
          </a:bodyPr>
          <a:lstStyle/>
          <a:p>
            <a:pPr algn="r"/>
            <a:r>
              <a:rPr sz="1300" b="1" i="0">
                <a:solidFill>
                  <a:srgbClr val="27247B"/>
                </a:solidFill>
                <a:latin typeface="Segoe UI"/>
              </a:rPr>
              <a:t>05</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Panel"/>
          <p:cNvSpPr/>
          <p:nvPr/>
        </p:nvSpPr>
        <p:spPr>
          <a:xfrm>
            <a:off x="0" y="0"/>
            <a:ext cx="12191695" cy="6858000"/>
          </a:xfrm>
          <a:prstGeom prst="rect">
            <a:avLst/>
          </a:prstGeom>
          <a:gradFill rotWithShape="1">
            <a:gsLst>
              <a:gs pos="0">
                <a:srgbClr val="27247B"/>
              </a:gs>
              <a:gs pos="100000">
                <a:srgbClr val="1A1860"/>
              </a:gs>
            </a:gsLst>
            <a:lin ang="189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AccentCircle"/>
          <p:cNvSpPr/>
          <p:nvPr/>
        </p:nvSpPr>
        <p:spPr>
          <a:xfrm>
            <a:off x="-2103120" y="4709160"/>
            <a:ext cx="4389120" cy="4389120"/>
          </a:xfrm>
          <a:prstGeom prst="ellipse">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ingOutline"/>
          <p:cNvSpPr/>
          <p:nvPr/>
        </p:nvSpPr>
        <p:spPr>
          <a:xfrm>
            <a:off x="8961120" y="-1828800"/>
            <a:ext cx="4572000" cy="4572000"/>
          </a:xfrm>
          <a:prstGeom prst="ellipse">
            <a:avLst/>
          </a:prstGeom>
          <a:noFill/>
          <a:ln w="25400">
            <a:solidFill>
              <a:srgbClr val="4E73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KickerLine"/>
          <p:cNvSpPr/>
          <p:nvPr/>
        </p:nvSpPr>
        <p:spPr>
          <a:xfrm>
            <a:off x="914400" y="2331720"/>
            <a:ext cx="502920" cy="45720"/>
          </a:xfrm>
          <a:prstGeom prst="rect">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KickerText"/>
          <p:cNvSpPr txBox="1"/>
          <p:nvPr/>
        </p:nvSpPr>
        <p:spPr>
          <a:xfrm>
            <a:off x="914400" y="2441448"/>
            <a:ext cx="5486400" cy="184666"/>
          </a:xfrm>
          <a:prstGeom prst="rect">
            <a:avLst/>
          </a:prstGeom>
          <a:noFill/>
        </p:spPr>
        <p:txBody>
          <a:bodyPr wrap="square" lIns="0" tIns="0" rIns="0" bIns="0" anchor="t">
            <a:spAutoFit/>
          </a:bodyPr>
          <a:lstStyle/>
          <a:p>
            <a:pPr algn="l"/>
            <a:r>
              <a:rPr sz="1200" b="1" i="0">
                <a:solidFill>
                  <a:srgbClr val="FFCB05"/>
                </a:solidFill>
                <a:latin typeface="Segoe UI"/>
              </a:rPr>
              <a:t>SECTION </a:t>
            </a:r>
            <a:r>
              <a:rPr lang="en-US" sz="1200" b="1">
                <a:solidFill>
                  <a:srgbClr val="FFCB05"/>
                </a:solidFill>
                <a:latin typeface="Segoe UI"/>
              </a:rPr>
              <a:t>03</a:t>
            </a:r>
            <a:endParaRPr sz="1200" b="1" i="0">
              <a:solidFill>
                <a:srgbClr val="FFCB05"/>
              </a:solidFill>
              <a:latin typeface="Segoe UI"/>
            </a:endParaRPr>
          </a:p>
        </p:txBody>
      </p:sp>
      <p:sp>
        <p:nvSpPr>
          <p:cNvPr id="7" name="Title"/>
          <p:cNvSpPr txBox="1"/>
          <p:nvPr/>
        </p:nvSpPr>
        <p:spPr>
          <a:xfrm>
            <a:off x="914400" y="2697480"/>
            <a:ext cx="8961120" cy="584775"/>
          </a:xfrm>
          <a:prstGeom prst="rect">
            <a:avLst/>
          </a:prstGeom>
          <a:noFill/>
        </p:spPr>
        <p:txBody>
          <a:bodyPr wrap="square" lIns="0" tIns="0" rIns="0" bIns="0" anchor="t">
            <a:spAutoFit/>
          </a:bodyPr>
          <a:lstStyle/>
          <a:p>
            <a:pPr algn="l"/>
            <a:r>
              <a:rPr lang="en-US" sz="3800" b="1" i="0">
                <a:solidFill>
                  <a:srgbClr val="FFFFFF"/>
                </a:solidFill>
                <a:latin typeface="Segoe UI"/>
              </a:rPr>
              <a:t>Development Phase</a:t>
            </a:r>
            <a:endParaRPr sz="3800" b="1" i="0">
              <a:solidFill>
                <a:srgbClr val="FFFFFF"/>
              </a:solidFill>
              <a:latin typeface="Segoe UI"/>
            </a:endParaRPr>
          </a:p>
        </p:txBody>
      </p:sp>
      <p:sp>
        <p:nvSpPr>
          <p:cNvPr id="8" name="Subtitle"/>
          <p:cNvSpPr txBox="1"/>
          <p:nvPr/>
        </p:nvSpPr>
        <p:spPr>
          <a:xfrm>
            <a:off x="914400" y="3337376"/>
            <a:ext cx="8686800" cy="251287"/>
          </a:xfrm>
          <a:prstGeom prst="rect">
            <a:avLst/>
          </a:prstGeom>
          <a:noFill/>
        </p:spPr>
        <p:txBody>
          <a:bodyPr wrap="square" lIns="0" tIns="0" rIns="0" bIns="0" anchor="t">
            <a:spAutoFit/>
          </a:bodyPr>
          <a:lstStyle/>
          <a:p>
            <a:pPr algn="l">
              <a:lnSpc>
                <a:spcPct val="120000"/>
              </a:lnSpc>
            </a:pPr>
            <a:r>
              <a:rPr lang="en-US" sz="1500">
                <a:solidFill>
                  <a:srgbClr val="DDDFF0"/>
                </a:solidFill>
                <a:latin typeface="Segoe UI"/>
              </a:rPr>
              <a:t>Creating the product</a:t>
            </a:r>
            <a:endParaRPr sz="1500" b="0" i="0">
              <a:solidFill>
                <a:srgbClr val="DDDFF0"/>
              </a:solidFill>
              <a:latin typeface="Segoe UI"/>
            </a:endParaRPr>
          </a:p>
        </p:txBody>
      </p:sp>
      <p:sp>
        <p:nvSpPr>
          <p:cNvPr id="9" name="LogoBadge"/>
          <p:cNvSpPr/>
          <p:nvPr/>
        </p:nvSpPr>
        <p:spPr>
          <a:xfrm>
            <a:off x="457200" y="5989320"/>
            <a:ext cx="777240" cy="7772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Logo" descr="main_logo.png"/>
          <p:cNvPicPr>
            <a:picLocks noChangeAspect="1"/>
          </p:cNvPicPr>
          <p:nvPr/>
        </p:nvPicPr>
        <p:blipFill>
          <a:blip r:embed="rId2"/>
          <a:stretch>
            <a:fillRect/>
          </a:stretch>
        </p:blipFill>
        <p:spPr>
          <a:xfrm>
            <a:off x="580644" y="6112764"/>
            <a:ext cx="548640" cy="548640"/>
          </a:xfrm>
          <a:prstGeom prst="rect">
            <a:avLst/>
          </a:prstGeom>
        </p:spPr>
      </p:pic>
      <p:sp>
        <p:nvSpPr>
          <p:cNvPr id="11" name="PageNum"/>
          <p:cNvSpPr txBox="1"/>
          <p:nvPr/>
        </p:nvSpPr>
        <p:spPr>
          <a:xfrm>
            <a:off x="11292840" y="6263640"/>
            <a:ext cx="640080" cy="365760"/>
          </a:xfrm>
          <a:prstGeom prst="rect">
            <a:avLst/>
          </a:prstGeom>
          <a:noFill/>
        </p:spPr>
        <p:txBody>
          <a:bodyPr wrap="square" lIns="0" tIns="0" rIns="0" bIns="0" anchor="t">
            <a:spAutoFit/>
          </a:bodyPr>
          <a:lstStyle/>
          <a:p>
            <a:pPr algn="r"/>
            <a:r>
              <a:rPr sz="1300" b="1" i="0">
                <a:solidFill>
                  <a:srgbClr val="FFCB05"/>
                </a:solidFill>
                <a:latin typeface="Segoe UI"/>
              </a:rPr>
              <a:t>10</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Fill"/>
          <p:cNvSpPr/>
          <p:nvPr/>
        </p:nvSpPr>
        <p:spPr>
          <a:xfrm>
            <a:off x="0" y="0"/>
            <a:ext cx="12191695" cy="6858000"/>
          </a:xfrm>
          <a:prstGeom prst="rect">
            <a:avLst/>
          </a:prstGeom>
          <a:solidFill>
            <a:srgbClr val="F0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BrandBar"/>
          <p:cNvSpPr/>
          <p:nvPr/>
        </p:nvSpPr>
        <p:spPr>
          <a:xfrm>
            <a:off x="0" y="0"/>
            <a:ext cx="12191695" cy="1188720"/>
          </a:xfrm>
          <a:prstGeom prst="rect">
            <a:avLst/>
          </a:prstGeom>
          <a:solidFill>
            <a:srgbClr val="272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AccentCircle"/>
          <p:cNvSpPr/>
          <p:nvPr/>
        </p:nvSpPr>
        <p:spPr>
          <a:xfrm>
            <a:off x="10744200" y="137160"/>
            <a:ext cx="914400" cy="914400"/>
          </a:xfrm>
          <a:prstGeom prst="ellipse">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HeaderTitle"/>
          <p:cNvSpPr txBox="1"/>
          <p:nvPr/>
        </p:nvSpPr>
        <p:spPr>
          <a:xfrm>
            <a:off x="548640" y="329184"/>
            <a:ext cx="8686800" cy="640080"/>
          </a:xfrm>
          <a:prstGeom prst="rect">
            <a:avLst/>
          </a:prstGeom>
          <a:noFill/>
        </p:spPr>
        <p:txBody>
          <a:bodyPr wrap="square" lIns="0" tIns="0" rIns="0" bIns="0" anchor="t">
            <a:spAutoFit/>
          </a:bodyPr>
          <a:lstStyle/>
          <a:p>
            <a:pPr algn="l"/>
            <a:r>
              <a:rPr sz="2600" b="1" i="0">
                <a:solidFill>
                  <a:srgbClr val="FFFFFF"/>
                </a:solidFill>
                <a:latin typeface="Segoe UI"/>
              </a:rPr>
              <a:t>Image Plus Supporting Text</a:t>
            </a:r>
          </a:p>
        </p:txBody>
      </p:sp>
      <p:sp>
        <p:nvSpPr>
          <p:cNvPr id="6" name="KickerLine2"/>
          <p:cNvSpPr/>
          <p:nvPr/>
        </p:nvSpPr>
        <p:spPr>
          <a:xfrm>
            <a:off x="0" y="1188720"/>
            <a:ext cx="12191695" cy="45720"/>
          </a:xfrm>
          <a:prstGeom prst="rect">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ImagePlaceholder"/>
          <p:cNvSpPr/>
          <p:nvPr/>
        </p:nvSpPr>
        <p:spPr>
          <a:xfrm>
            <a:off x="548640" y="1783080"/>
            <a:ext cx="5212080" cy="4114800"/>
          </a:xfrm>
          <a:prstGeom prst="roundRect">
            <a:avLst>
              <a:gd name="adj" fmla="val 4000"/>
            </a:avLst>
          </a:prstGeom>
          <a:solidFill>
            <a:srgbClr val="272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SunIcon"/>
          <p:cNvSpPr/>
          <p:nvPr/>
        </p:nvSpPr>
        <p:spPr>
          <a:xfrm>
            <a:off x="4160520" y="2148840"/>
            <a:ext cx="640080" cy="640080"/>
          </a:xfrm>
          <a:prstGeom prst="ellipse">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MountainIcon"/>
          <p:cNvSpPr/>
          <p:nvPr/>
        </p:nvSpPr>
        <p:spPr>
          <a:xfrm>
            <a:off x="1005840" y="3840480"/>
            <a:ext cx="2377440" cy="1554480"/>
          </a:xfrm>
          <a:prstGeom prst="triangle">
            <a:avLst/>
          </a:prstGeom>
          <a:solidFill>
            <a:srgbClr val="3D39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MountainIcon2"/>
          <p:cNvSpPr/>
          <p:nvPr/>
        </p:nvSpPr>
        <p:spPr>
          <a:xfrm>
            <a:off x="2651760" y="3291840"/>
            <a:ext cx="2651760" cy="2103120"/>
          </a:xfrm>
          <a:prstGeom prst="triangle">
            <a:avLst/>
          </a:prstGeom>
          <a:solidFill>
            <a:srgbClr val="2E2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ImgLabel"/>
          <p:cNvSpPr txBox="1"/>
          <p:nvPr/>
        </p:nvSpPr>
        <p:spPr>
          <a:xfrm>
            <a:off x="548640" y="5349240"/>
            <a:ext cx="5212080" cy="365760"/>
          </a:xfrm>
          <a:prstGeom prst="rect">
            <a:avLst/>
          </a:prstGeom>
          <a:noFill/>
        </p:spPr>
        <p:txBody>
          <a:bodyPr wrap="square" lIns="0" tIns="0" rIns="0" bIns="0" anchor="t">
            <a:spAutoFit/>
          </a:bodyPr>
          <a:lstStyle/>
          <a:p>
            <a:pPr algn="ctr"/>
            <a:r>
              <a:rPr sz="1100" b="0" i="0">
                <a:solidFill>
                  <a:srgbClr val="DDDFF0"/>
                </a:solidFill>
                <a:latin typeface="Segoe UI"/>
              </a:rPr>
              <a:t>Replace this placeholder with your image</a:t>
            </a:r>
          </a:p>
        </p:txBody>
      </p:sp>
      <p:sp>
        <p:nvSpPr>
          <p:cNvPr id="12" name="BodyHeading"/>
          <p:cNvSpPr txBox="1"/>
          <p:nvPr/>
        </p:nvSpPr>
        <p:spPr>
          <a:xfrm>
            <a:off x="6035040" y="1828800"/>
            <a:ext cx="5577840" cy="548640"/>
          </a:xfrm>
          <a:prstGeom prst="rect">
            <a:avLst/>
          </a:prstGeom>
          <a:noFill/>
        </p:spPr>
        <p:txBody>
          <a:bodyPr wrap="square" lIns="0" tIns="0" rIns="0" bIns="0" anchor="t">
            <a:spAutoFit/>
          </a:bodyPr>
          <a:lstStyle/>
          <a:p>
            <a:pPr algn="l"/>
            <a:r>
              <a:rPr sz="2000" b="1" i="0">
                <a:solidFill>
                  <a:srgbClr val="27247B"/>
                </a:solidFill>
                <a:latin typeface="Segoe UI"/>
              </a:rPr>
              <a:t>A supporting headline</a:t>
            </a:r>
          </a:p>
        </p:txBody>
      </p:sp>
      <p:sp>
        <p:nvSpPr>
          <p:cNvPr id="13" name="BodyPara"/>
          <p:cNvSpPr txBox="1"/>
          <p:nvPr/>
        </p:nvSpPr>
        <p:spPr>
          <a:xfrm>
            <a:off x="6035040" y="2423160"/>
            <a:ext cx="5577840" cy="1188720"/>
          </a:xfrm>
          <a:prstGeom prst="rect">
            <a:avLst/>
          </a:prstGeom>
          <a:noFill/>
        </p:spPr>
        <p:txBody>
          <a:bodyPr wrap="square" lIns="0" tIns="0" rIns="0" bIns="0" anchor="t">
            <a:spAutoFit/>
          </a:bodyPr>
          <a:lstStyle/>
          <a:p>
            <a:pPr algn="l">
              <a:lnSpc>
                <a:spcPct val="115000"/>
              </a:lnSpc>
            </a:pPr>
            <a:r>
              <a:rPr sz="1300" b="0" i="0">
                <a:solidFill>
                  <a:srgbClr val="2D2D3A"/>
                </a:solidFill>
                <a:latin typeface="Segoe UI"/>
              </a:rPr>
              <a:t>Use this space for a short paragraph that explains the image, a program, or a milestone. Two to three sentences reads best.</a:t>
            </a:r>
          </a:p>
        </p:txBody>
      </p:sp>
      <p:sp>
        <p:nvSpPr>
          <p:cNvPr id="14" name="MiniDot_4.25"/>
          <p:cNvSpPr/>
          <p:nvPr/>
        </p:nvSpPr>
        <p:spPr>
          <a:xfrm>
            <a:off x="6035040" y="3959352"/>
            <a:ext cx="109728" cy="109728"/>
          </a:xfrm>
          <a:prstGeom prst="rect">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MiniTxt_4.25"/>
          <p:cNvSpPr txBox="1"/>
          <p:nvPr/>
        </p:nvSpPr>
        <p:spPr>
          <a:xfrm>
            <a:off x="6309360" y="3849624"/>
            <a:ext cx="5120640" cy="365760"/>
          </a:xfrm>
          <a:prstGeom prst="rect">
            <a:avLst/>
          </a:prstGeom>
          <a:noFill/>
        </p:spPr>
        <p:txBody>
          <a:bodyPr wrap="square" lIns="0" tIns="0" rIns="0" bIns="0" anchor="t">
            <a:spAutoFit/>
          </a:bodyPr>
          <a:lstStyle/>
          <a:p>
            <a:pPr algn="l"/>
            <a:r>
              <a:rPr sz="1300" b="0" i="0">
                <a:solidFill>
                  <a:srgbClr val="2D2D3A"/>
                </a:solidFill>
                <a:latin typeface="Segoe UI"/>
              </a:rPr>
              <a:t>Supporting detail one</a:t>
            </a:r>
          </a:p>
        </p:txBody>
      </p:sp>
      <p:sp>
        <p:nvSpPr>
          <p:cNvPr id="16" name="MiniDot_4.8"/>
          <p:cNvSpPr/>
          <p:nvPr/>
        </p:nvSpPr>
        <p:spPr>
          <a:xfrm>
            <a:off x="6035040" y="4462272"/>
            <a:ext cx="109728" cy="109728"/>
          </a:xfrm>
          <a:prstGeom prst="rect">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MiniTxt_4.8"/>
          <p:cNvSpPr txBox="1"/>
          <p:nvPr/>
        </p:nvSpPr>
        <p:spPr>
          <a:xfrm>
            <a:off x="6309360" y="4352544"/>
            <a:ext cx="5120640" cy="365760"/>
          </a:xfrm>
          <a:prstGeom prst="rect">
            <a:avLst/>
          </a:prstGeom>
          <a:noFill/>
        </p:spPr>
        <p:txBody>
          <a:bodyPr wrap="square" lIns="0" tIns="0" rIns="0" bIns="0" anchor="t">
            <a:spAutoFit/>
          </a:bodyPr>
          <a:lstStyle/>
          <a:p>
            <a:pPr algn="l"/>
            <a:r>
              <a:rPr sz="1300" b="0" i="0">
                <a:solidFill>
                  <a:srgbClr val="2D2D3A"/>
                </a:solidFill>
                <a:latin typeface="Segoe UI"/>
              </a:rPr>
              <a:t>Supporting detail two</a:t>
            </a:r>
          </a:p>
        </p:txBody>
      </p:sp>
      <p:sp>
        <p:nvSpPr>
          <p:cNvPr id="18" name="MiniDot_5.35"/>
          <p:cNvSpPr/>
          <p:nvPr/>
        </p:nvSpPr>
        <p:spPr>
          <a:xfrm>
            <a:off x="6035040" y="4965192"/>
            <a:ext cx="109728" cy="109728"/>
          </a:xfrm>
          <a:prstGeom prst="rect">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MiniTxt_5.35"/>
          <p:cNvSpPr txBox="1"/>
          <p:nvPr/>
        </p:nvSpPr>
        <p:spPr>
          <a:xfrm>
            <a:off x="6309360" y="4855464"/>
            <a:ext cx="5120640" cy="365760"/>
          </a:xfrm>
          <a:prstGeom prst="rect">
            <a:avLst/>
          </a:prstGeom>
          <a:noFill/>
        </p:spPr>
        <p:txBody>
          <a:bodyPr wrap="square" lIns="0" tIns="0" rIns="0" bIns="0" anchor="t">
            <a:spAutoFit/>
          </a:bodyPr>
          <a:lstStyle/>
          <a:p>
            <a:pPr algn="l"/>
            <a:r>
              <a:rPr sz="1300" b="0" i="0">
                <a:solidFill>
                  <a:srgbClr val="2D2D3A"/>
                </a:solidFill>
                <a:latin typeface="Segoe UI"/>
              </a:rPr>
              <a:t>Supporting detail three</a:t>
            </a:r>
          </a:p>
        </p:txBody>
      </p:sp>
      <p:sp>
        <p:nvSpPr>
          <p:cNvPr id="20" name="LogoBadge"/>
          <p:cNvSpPr/>
          <p:nvPr/>
        </p:nvSpPr>
        <p:spPr>
          <a:xfrm>
            <a:off x="457200" y="5989320"/>
            <a:ext cx="777240" cy="7772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1" name="Logo" descr="main_logo.png"/>
          <p:cNvPicPr>
            <a:picLocks noChangeAspect="1"/>
          </p:cNvPicPr>
          <p:nvPr/>
        </p:nvPicPr>
        <p:blipFill>
          <a:blip r:embed="rId2"/>
          <a:stretch>
            <a:fillRect/>
          </a:stretch>
        </p:blipFill>
        <p:spPr>
          <a:xfrm>
            <a:off x="580644" y="6112764"/>
            <a:ext cx="548640" cy="548640"/>
          </a:xfrm>
          <a:prstGeom prst="rect">
            <a:avLst/>
          </a:prstGeom>
        </p:spPr>
      </p:pic>
      <p:sp>
        <p:nvSpPr>
          <p:cNvPr id="22" name="PageNum"/>
          <p:cNvSpPr txBox="1"/>
          <p:nvPr/>
        </p:nvSpPr>
        <p:spPr>
          <a:xfrm>
            <a:off x="11292840" y="6263640"/>
            <a:ext cx="640080" cy="365760"/>
          </a:xfrm>
          <a:prstGeom prst="rect">
            <a:avLst/>
          </a:prstGeom>
          <a:noFill/>
        </p:spPr>
        <p:txBody>
          <a:bodyPr wrap="square" lIns="0" tIns="0" rIns="0" bIns="0" anchor="t">
            <a:spAutoFit/>
          </a:bodyPr>
          <a:lstStyle/>
          <a:p>
            <a:pPr algn="r"/>
            <a:r>
              <a:rPr sz="1300" b="1" i="0">
                <a:solidFill>
                  <a:srgbClr val="27247B"/>
                </a:solidFill>
                <a:latin typeface="Segoe UI"/>
              </a:rPr>
              <a:t>06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Fill"/>
          <p:cNvSpPr/>
          <p:nvPr/>
        </p:nvSpPr>
        <p:spPr>
          <a:xfrm>
            <a:off x="0" y="0"/>
            <a:ext cx="12191695" cy="6858000"/>
          </a:xfrm>
          <a:prstGeom prst="rect">
            <a:avLst/>
          </a:prstGeom>
          <a:solidFill>
            <a:srgbClr val="EE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QuoteMark"/>
          <p:cNvSpPr txBox="1"/>
          <p:nvPr/>
        </p:nvSpPr>
        <p:spPr>
          <a:xfrm>
            <a:off x="5120640" y="822960"/>
            <a:ext cx="2011680" cy="2011680"/>
          </a:xfrm>
          <a:prstGeom prst="rect">
            <a:avLst/>
          </a:prstGeom>
          <a:noFill/>
        </p:spPr>
        <p:txBody>
          <a:bodyPr wrap="square" lIns="0" tIns="0" rIns="0" bIns="0" anchor="t">
            <a:spAutoFit/>
          </a:bodyPr>
          <a:lstStyle/>
          <a:p>
            <a:pPr algn="ctr"/>
            <a:r>
              <a:rPr sz="17000" b="1" i="0">
                <a:solidFill>
                  <a:srgbClr val="DDDFF0"/>
                </a:solidFill>
                <a:latin typeface="Segoe UI"/>
              </a:rPr>
              <a:t>“</a:t>
            </a:r>
          </a:p>
        </p:txBody>
      </p:sp>
      <p:sp>
        <p:nvSpPr>
          <p:cNvPr id="4" name="QuoteText"/>
          <p:cNvSpPr txBox="1"/>
          <p:nvPr/>
        </p:nvSpPr>
        <p:spPr>
          <a:xfrm>
            <a:off x="1737360" y="2606040"/>
            <a:ext cx="8686800" cy="1371600"/>
          </a:xfrm>
          <a:prstGeom prst="rect">
            <a:avLst/>
          </a:prstGeom>
          <a:noFill/>
        </p:spPr>
        <p:txBody>
          <a:bodyPr wrap="square" lIns="0" tIns="0" rIns="0" bIns="0" anchor="t">
            <a:spAutoFit/>
          </a:bodyPr>
          <a:lstStyle/>
          <a:p>
            <a:pPr algn="ctr">
              <a:lnSpc>
                <a:spcPct val="125000"/>
              </a:lnSpc>
            </a:pPr>
            <a:r>
              <a:rPr sz="2600" b="0" i="1">
                <a:solidFill>
                  <a:srgbClr val="27247B"/>
                </a:solidFill>
                <a:latin typeface="Segoe UI"/>
              </a:rPr>
              <a:t>Great hospitality is remembered</a:t>
            </a:r>
          </a:p>
          <a:p>
            <a:pPr algn="ctr">
              <a:lnSpc>
                <a:spcPct val="125000"/>
              </a:lnSpc>
            </a:pPr>
            <a:r>
              <a:rPr sz="2600" b="0" i="1">
                <a:solidFill>
                  <a:srgbClr val="27247B"/>
                </a:solidFill>
                <a:latin typeface="Segoe UI"/>
              </a:rPr>
              <a:t>long after the stay is over.</a:t>
            </a:r>
          </a:p>
        </p:txBody>
      </p:sp>
      <p:sp>
        <p:nvSpPr>
          <p:cNvPr id="5" name="QuoteLine"/>
          <p:cNvSpPr/>
          <p:nvPr/>
        </p:nvSpPr>
        <p:spPr>
          <a:xfrm>
            <a:off x="5641848" y="4343400"/>
            <a:ext cx="914400" cy="41148"/>
          </a:xfrm>
          <a:prstGeom prst="rect">
            <a:avLst/>
          </a:prstGeom>
          <a:solidFill>
            <a:srgbClr val="D79C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QuoteAttr"/>
          <p:cNvSpPr txBox="1"/>
          <p:nvPr/>
        </p:nvSpPr>
        <p:spPr>
          <a:xfrm>
            <a:off x="1965960" y="4480560"/>
            <a:ext cx="8229600" cy="457200"/>
          </a:xfrm>
          <a:prstGeom prst="rect">
            <a:avLst/>
          </a:prstGeom>
          <a:noFill/>
        </p:spPr>
        <p:txBody>
          <a:bodyPr wrap="square" lIns="0" tIns="0" rIns="0" bIns="0" anchor="t">
            <a:spAutoFit/>
          </a:bodyPr>
          <a:lstStyle/>
          <a:p>
            <a:pPr algn="ctr"/>
            <a:r>
              <a:rPr sz="1400" b="1" i="0">
                <a:solidFill>
                  <a:srgbClr val="D79C07"/>
                </a:solidFill>
                <a:latin typeface="Segoe UI"/>
              </a:rPr>
              <a:t>— Name Surname, Title / Organisation</a:t>
            </a:r>
          </a:p>
        </p:txBody>
      </p:sp>
      <p:sp>
        <p:nvSpPr>
          <p:cNvPr id="7" name="AccentCircle"/>
          <p:cNvSpPr/>
          <p:nvPr/>
        </p:nvSpPr>
        <p:spPr>
          <a:xfrm>
            <a:off x="5852160" y="5486400"/>
            <a:ext cx="502920" cy="502920"/>
          </a:xfrm>
          <a:prstGeom prst="ellipse">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LogoBadge"/>
          <p:cNvSpPr/>
          <p:nvPr/>
        </p:nvSpPr>
        <p:spPr>
          <a:xfrm>
            <a:off x="457200" y="5989320"/>
            <a:ext cx="777240" cy="7772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9" name="Logo" descr="main_logo.png"/>
          <p:cNvPicPr>
            <a:picLocks noChangeAspect="1"/>
          </p:cNvPicPr>
          <p:nvPr/>
        </p:nvPicPr>
        <p:blipFill>
          <a:blip r:embed="rId2"/>
          <a:stretch>
            <a:fillRect/>
          </a:stretch>
        </p:blipFill>
        <p:spPr>
          <a:xfrm>
            <a:off x="580644" y="6112764"/>
            <a:ext cx="548640" cy="548640"/>
          </a:xfrm>
          <a:prstGeom prst="rect">
            <a:avLst/>
          </a:prstGeom>
        </p:spPr>
      </p:pic>
      <p:sp>
        <p:nvSpPr>
          <p:cNvPr id="10" name="PageNum"/>
          <p:cNvSpPr txBox="1"/>
          <p:nvPr/>
        </p:nvSpPr>
        <p:spPr>
          <a:xfrm>
            <a:off x="11292840" y="6263640"/>
            <a:ext cx="640080" cy="365760"/>
          </a:xfrm>
          <a:prstGeom prst="rect">
            <a:avLst/>
          </a:prstGeom>
          <a:noFill/>
        </p:spPr>
        <p:txBody>
          <a:bodyPr wrap="square" lIns="0" tIns="0" rIns="0" bIns="0" anchor="t">
            <a:spAutoFit/>
          </a:bodyPr>
          <a:lstStyle/>
          <a:p>
            <a:pPr algn="r"/>
            <a:r>
              <a:rPr sz="1300" b="1" i="0">
                <a:solidFill>
                  <a:srgbClr val="27247B"/>
                </a:solidFill>
                <a:latin typeface="Segoe UI"/>
              </a:rPr>
              <a:t>07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Fill"/>
          <p:cNvSpPr/>
          <p:nvPr/>
        </p:nvSpPr>
        <p:spPr>
          <a:xfrm>
            <a:off x="0" y="0"/>
            <a:ext cx="12191695" cy="6858000"/>
          </a:xfrm>
          <a:prstGeom prst="rect">
            <a:avLst/>
          </a:prstGeom>
          <a:solidFill>
            <a:srgbClr val="F0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BrandBar"/>
          <p:cNvSpPr/>
          <p:nvPr/>
        </p:nvSpPr>
        <p:spPr>
          <a:xfrm>
            <a:off x="0" y="0"/>
            <a:ext cx="12191695" cy="1188720"/>
          </a:xfrm>
          <a:prstGeom prst="rect">
            <a:avLst/>
          </a:prstGeom>
          <a:solidFill>
            <a:srgbClr val="272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AccentCircle"/>
          <p:cNvSpPr/>
          <p:nvPr/>
        </p:nvSpPr>
        <p:spPr>
          <a:xfrm>
            <a:off x="10744200" y="137160"/>
            <a:ext cx="914400" cy="914400"/>
          </a:xfrm>
          <a:prstGeom prst="ellipse">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HeaderTitle"/>
          <p:cNvSpPr txBox="1"/>
          <p:nvPr/>
        </p:nvSpPr>
        <p:spPr>
          <a:xfrm>
            <a:off x="548640" y="329184"/>
            <a:ext cx="8686800" cy="640080"/>
          </a:xfrm>
          <a:prstGeom prst="rect">
            <a:avLst/>
          </a:prstGeom>
          <a:noFill/>
        </p:spPr>
        <p:txBody>
          <a:bodyPr wrap="square" lIns="0" tIns="0" rIns="0" bIns="0" anchor="t">
            <a:spAutoFit/>
          </a:bodyPr>
          <a:lstStyle/>
          <a:p>
            <a:pPr algn="l"/>
            <a:r>
              <a:rPr sz="2600" b="1" i="0">
                <a:solidFill>
                  <a:srgbClr val="FFFFFF"/>
                </a:solidFill>
                <a:latin typeface="Segoe UI"/>
              </a:rPr>
              <a:t>Our Process</a:t>
            </a:r>
          </a:p>
        </p:txBody>
      </p:sp>
      <p:sp>
        <p:nvSpPr>
          <p:cNvPr id="6" name="KickerLine2"/>
          <p:cNvSpPr/>
          <p:nvPr/>
        </p:nvSpPr>
        <p:spPr>
          <a:xfrm>
            <a:off x="0" y="1188720"/>
            <a:ext cx="12191695" cy="45720"/>
          </a:xfrm>
          <a:prstGeom prst="rect">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imelineLine"/>
          <p:cNvSpPr/>
          <p:nvPr/>
        </p:nvSpPr>
        <p:spPr>
          <a:xfrm>
            <a:off x="1463040" y="3520440"/>
            <a:ext cx="9235440" cy="45720"/>
          </a:xfrm>
          <a:prstGeom prst="rect">
            <a:avLst/>
          </a:prstGeom>
          <a:solidFill>
            <a:srgbClr val="DDDF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ItemCircle_0"/>
          <p:cNvSpPr/>
          <p:nvPr/>
        </p:nvSpPr>
        <p:spPr>
          <a:xfrm>
            <a:off x="1234440" y="3246120"/>
            <a:ext cx="640080" cy="640080"/>
          </a:xfrm>
          <a:prstGeom prst="ellipse">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StepNum_0"/>
          <p:cNvSpPr txBox="1"/>
          <p:nvPr/>
        </p:nvSpPr>
        <p:spPr>
          <a:xfrm>
            <a:off x="1234440" y="3246120"/>
            <a:ext cx="640080" cy="640080"/>
          </a:xfrm>
          <a:prstGeom prst="rect">
            <a:avLst/>
          </a:prstGeom>
          <a:noFill/>
        </p:spPr>
        <p:txBody>
          <a:bodyPr wrap="square" lIns="0" tIns="0" rIns="0" bIns="0" anchor="ctr">
            <a:spAutoFit/>
          </a:bodyPr>
          <a:lstStyle/>
          <a:p>
            <a:pPr algn="ctr"/>
            <a:r>
              <a:rPr sz="1800" b="1" i="0">
                <a:solidFill>
                  <a:srgbClr val="27247B"/>
                </a:solidFill>
                <a:latin typeface="Segoe UI"/>
              </a:rPr>
              <a:t>1</a:t>
            </a:r>
          </a:p>
        </p:txBody>
      </p:sp>
      <p:sp>
        <p:nvSpPr>
          <p:cNvPr id="10" name="StepLabel_0"/>
          <p:cNvSpPr txBox="1"/>
          <p:nvPr/>
        </p:nvSpPr>
        <p:spPr>
          <a:xfrm>
            <a:off x="640080" y="4069080"/>
            <a:ext cx="1828800" cy="457200"/>
          </a:xfrm>
          <a:prstGeom prst="rect">
            <a:avLst/>
          </a:prstGeom>
          <a:noFill/>
        </p:spPr>
        <p:txBody>
          <a:bodyPr wrap="square" lIns="0" tIns="0" rIns="0" bIns="0" anchor="t">
            <a:spAutoFit/>
          </a:bodyPr>
          <a:lstStyle/>
          <a:p>
            <a:pPr algn="ctr"/>
            <a:r>
              <a:rPr sz="1400" b="1" i="0">
                <a:solidFill>
                  <a:srgbClr val="27247B"/>
                </a:solidFill>
                <a:latin typeface="Segoe UI"/>
              </a:rPr>
              <a:t>Apply</a:t>
            </a:r>
          </a:p>
        </p:txBody>
      </p:sp>
      <p:sp>
        <p:nvSpPr>
          <p:cNvPr id="11" name="ItemCircle_1"/>
          <p:cNvSpPr/>
          <p:nvPr/>
        </p:nvSpPr>
        <p:spPr>
          <a:xfrm>
            <a:off x="3858768" y="3246120"/>
            <a:ext cx="640080" cy="640080"/>
          </a:xfrm>
          <a:prstGeom prst="ellipse">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StepNum_1"/>
          <p:cNvSpPr txBox="1"/>
          <p:nvPr/>
        </p:nvSpPr>
        <p:spPr>
          <a:xfrm>
            <a:off x="3858768" y="3246120"/>
            <a:ext cx="640080" cy="640080"/>
          </a:xfrm>
          <a:prstGeom prst="rect">
            <a:avLst/>
          </a:prstGeom>
          <a:noFill/>
        </p:spPr>
        <p:txBody>
          <a:bodyPr wrap="square" lIns="0" tIns="0" rIns="0" bIns="0" anchor="ctr">
            <a:spAutoFit/>
          </a:bodyPr>
          <a:lstStyle/>
          <a:p>
            <a:pPr algn="ctr"/>
            <a:r>
              <a:rPr sz="1800" b="1" i="0">
                <a:solidFill>
                  <a:srgbClr val="27247B"/>
                </a:solidFill>
                <a:latin typeface="Segoe UI"/>
              </a:rPr>
              <a:t>2</a:t>
            </a:r>
          </a:p>
        </p:txBody>
      </p:sp>
      <p:sp>
        <p:nvSpPr>
          <p:cNvPr id="13" name="StepLabel_1"/>
          <p:cNvSpPr txBox="1"/>
          <p:nvPr/>
        </p:nvSpPr>
        <p:spPr>
          <a:xfrm>
            <a:off x="3264408" y="4069080"/>
            <a:ext cx="1828800" cy="457200"/>
          </a:xfrm>
          <a:prstGeom prst="rect">
            <a:avLst/>
          </a:prstGeom>
          <a:noFill/>
        </p:spPr>
        <p:txBody>
          <a:bodyPr wrap="square" lIns="0" tIns="0" rIns="0" bIns="0" anchor="t">
            <a:spAutoFit/>
          </a:bodyPr>
          <a:lstStyle/>
          <a:p>
            <a:pPr algn="ctr"/>
            <a:r>
              <a:rPr sz="1400" b="1" i="0">
                <a:solidFill>
                  <a:srgbClr val="27247B"/>
                </a:solidFill>
                <a:latin typeface="Segoe UI"/>
              </a:rPr>
              <a:t>Review</a:t>
            </a:r>
          </a:p>
        </p:txBody>
      </p:sp>
      <p:sp>
        <p:nvSpPr>
          <p:cNvPr id="14" name="ItemCircle_2"/>
          <p:cNvSpPr/>
          <p:nvPr/>
        </p:nvSpPr>
        <p:spPr>
          <a:xfrm>
            <a:off x="6483096" y="3246120"/>
            <a:ext cx="640080" cy="640080"/>
          </a:xfrm>
          <a:prstGeom prst="ellipse">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StepNum_2"/>
          <p:cNvSpPr txBox="1"/>
          <p:nvPr/>
        </p:nvSpPr>
        <p:spPr>
          <a:xfrm>
            <a:off x="6483096" y="3246120"/>
            <a:ext cx="640080" cy="640080"/>
          </a:xfrm>
          <a:prstGeom prst="rect">
            <a:avLst/>
          </a:prstGeom>
          <a:noFill/>
        </p:spPr>
        <p:txBody>
          <a:bodyPr wrap="square" lIns="0" tIns="0" rIns="0" bIns="0" anchor="ctr">
            <a:spAutoFit/>
          </a:bodyPr>
          <a:lstStyle/>
          <a:p>
            <a:pPr algn="ctr"/>
            <a:r>
              <a:rPr sz="1800" b="1" i="0">
                <a:solidFill>
                  <a:srgbClr val="27247B"/>
                </a:solidFill>
                <a:latin typeface="Segoe UI"/>
              </a:rPr>
              <a:t>3</a:t>
            </a:r>
          </a:p>
        </p:txBody>
      </p:sp>
      <p:sp>
        <p:nvSpPr>
          <p:cNvPr id="16" name="StepLabel_2"/>
          <p:cNvSpPr txBox="1"/>
          <p:nvPr/>
        </p:nvSpPr>
        <p:spPr>
          <a:xfrm>
            <a:off x="5888736" y="4069080"/>
            <a:ext cx="1828800" cy="457200"/>
          </a:xfrm>
          <a:prstGeom prst="rect">
            <a:avLst/>
          </a:prstGeom>
          <a:noFill/>
        </p:spPr>
        <p:txBody>
          <a:bodyPr wrap="square" lIns="0" tIns="0" rIns="0" bIns="0" anchor="t">
            <a:spAutoFit/>
          </a:bodyPr>
          <a:lstStyle/>
          <a:p>
            <a:pPr algn="ctr"/>
            <a:r>
              <a:rPr sz="1400" b="1" i="0">
                <a:solidFill>
                  <a:srgbClr val="27247B"/>
                </a:solidFill>
                <a:latin typeface="Segoe UI"/>
              </a:rPr>
              <a:t>Onboard</a:t>
            </a:r>
          </a:p>
        </p:txBody>
      </p:sp>
      <p:sp>
        <p:nvSpPr>
          <p:cNvPr id="17" name="ItemCircle_3"/>
          <p:cNvSpPr/>
          <p:nvPr/>
        </p:nvSpPr>
        <p:spPr>
          <a:xfrm>
            <a:off x="9107424" y="3246120"/>
            <a:ext cx="640080" cy="640080"/>
          </a:xfrm>
          <a:prstGeom prst="ellipse">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StepNum_3"/>
          <p:cNvSpPr txBox="1"/>
          <p:nvPr/>
        </p:nvSpPr>
        <p:spPr>
          <a:xfrm>
            <a:off x="9107424" y="3246120"/>
            <a:ext cx="640080" cy="640080"/>
          </a:xfrm>
          <a:prstGeom prst="rect">
            <a:avLst/>
          </a:prstGeom>
          <a:noFill/>
        </p:spPr>
        <p:txBody>
          <a:bodyPr wrap="square" lIns="0" tIns="0" rIns="0" bIns="0" anchor="ctr">
            <a:spAutoFit/>
          </a:bodyPr>
          <a:lstStyle/>
          <a:p>
            <a:pPr algn="ctr"/>
            <a:r>
              <a:rPr sz="1800" b="1" i="0">
                <a:solidFill>
                  <a:srgbClr val="27247B"/>
                </a:solidFill>
                <a:latin typeface="Segoe UI"/>
              </a:rPr>
              <a:t>4</a:t>
            </a:r>
          </a:p>
        </p:txBody>
      </p:sp>
      <p:sp>
        <p:nvSpPr>
          <p:cNvPr id="19" name="StepLabel_3"/>
          <p:cNvSpPr txBox="1"/>
          <p:nvPr/>
        </p:nvSpPr>
        <p:spPr>
          <a:xfrm>
            <a:off x="8513064" y="4069080"/>
            <a:ext cx="1828800" cy="457200"/>
          </a:xfrm>
          <a:prstGeom prst="rect">
            <a:avLst/>
          </a:prstGeom>
          <a:noFill/>
        </p:spPr>
        <p:txBody>
          <a:bodyPr wrap="square" lIns="0" tIns="0" rIns="0" bIns="0" anchor="t">
            <a:spAutoFit/>
          </a:bodyPr>
          <a:lstStyle/>
          <a:p>
            <a:pPr algn="ctr"/>
            <a:r>
              <a:rPr sz="1400" b="1" i="0">
                <a:solidFill>
                  <a:srgbClr val="27247B"/>
                </a:solidFill>
                <a:latin typeface="Segoe UI"/>
              </a:rPr>
              <a:t>Celebrate</a:t>
            </a:r>
          </a:p>
        </p:txBody>
      </p:sp>
      <p:sp>
        <p:nvSpPr>
          <p:cNvPr id="20" name="LogoBadge"/>
          <p:cNvSpPr/>
          <p:nvPr/>
        </p:nvSpPr>
        <p:spPr>
          <a:xfrm>
            <a:off x="457200" y="5989320"/>
            <a:ext cx="777240" cy="7772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1" name="Logo" descr="main_logo.png"/>
          <p:cNvPicPr>
            <a:picLocks noChangeAspect="1"/>
          </p:cNvPicPr>
          <p:nvPr/>
        </p:nvPicPr>
        <p:blipFill>
          <a:blip r:embed="rId2"/>
          <a:stretch>
            <a:fillRect/>
          </a:stretch>
        </p:blipFill>
        <p:spPr>
          <a:xfrm>
            <a:off x="580644" y="6112764"/>
            <a:ext cx="548640" cy="548640"/>
          </a:xfrm>
          <a:prstGeom prst="rect">
            <a:avLst/>
          </a:prstGeom>
        </p:spPr>
      </p:pic>
      <p:sp>
        <p:nvSpPr>
          <p:cNvPr id="22" name="PageNum"/>
          <p:cNvSpPr txBox="1"/>
          <p:nvPr/>
        </p:nvSpPr>
        <p:spPr>
          <a:xfrm>
            <a:off x="11292840" y="6263640"/>
            <a:ext cx="640080" cy="365760"/>
          </a:xfrm>
          <a:prstGeom prst="rect">
            <a:avLst/>
          </a:prstGeom>
          <a:noFill/>
        </p:spPr>
        <p:txBody>
          <a:bodyPr wrap="square" lIns="0" tIns="0" rIns="0" bIns="0" anchor="t">
            <a:spAutoFit/>
          </a:bodyPr>
          <a:lstStyle/>
          <a:p>
            <a:pPr algn="r"/>
            <a:r>
              <a:rPr sz="1300" b="1" i="0">
                <a:solidFill>
                  <a:srgbClr val="27247B"/>
                </a:solidFill>
                <a:latin typeface="Segoe UI"/>
              </a:rPr>
              <a:t>09</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F570B8-6659-87FA-70A5-DA15917DEDD3}"/>
            </a:ext>
          </a:extLst>
        </p:cNvPr>
        <p:cNvGrpSpPr/>
        <p:nvPr/>
      </p:nvGrpSpPr>
      <p:grpSpPr>
        <a:xfrm>
          <a:off x="0" y="0"/>
          <a:ext cx="0" cy="0"/>
          <a:chOff x="0" y="0"/>
          <a:chExt cx="0" cy="0"/>
        </a:xfrm>
      </p:grpSpPr>
      <p:sp>
        <p:nvSpPr>
          <p:cNvPr id="2" name="BgPanel">
            <a:extLst>
              <a:ext uri="{FF2B5EF4-FFF2-40B4-BE49-F238E27FC236}">
                <a16:creationId xmlns:a16="http://schemas.microsoft.com/office/drawing/2014/main" id="{813A20EF-50E4-0E5D-49B2-E28AC1A18322}"/>
              </a:ext>
            </a:extLst>
          </p:cNvPr>
          <p:cNvSpPr/>
          <p:nvPr/>
        </p:nvSpPr>
        <p:spPr>
          <a:xfrm>
            <a:off x="0" y="0"/>
            <a:ext cx="12191695" cy="6858000"/>
          </a:xfrm>
          <a:prstGeom prst="rect">
            <a:avLst/>
          </a:prstGeom>
          <a:gradFill rotWithShape="1">
            <a:gsLst>
              <a:gs pos="0">
                <a:srgbClr val="27247B"/>
              </a:gs>
              <a:gs pos="100000">
                <a:srgbClr val="1A1860"/>
              </a:gs>
            </a:gsLst>
            <a:lin ang="189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AccentCircle">
            <a:extLst>
              <a:ext uri="{FF2B5EF4-FFF2-40B4-BE49-F238E27FC236}">
                <a16:creationId xmlns:a16="http://schemas.microsoft.com/office/drawing/2014/main" id="{E9B93F54-20BE-F942-C549-B06A0F7436A2}"/>
              </a:ext>
            </a:extLst>
          </p:cNvPr>
          <p:cNvSpPr/>
          <p:nvPr/>
        </p:nvSpPr>
        <p:spPr>
          <a:xfrm>
            <a:off x="-2103120" y="4709160"/>
            <a:ext cx="4389120" cy="4389120"/>
          </a:xfrm>
          <a:prstGeom prst="ellipse">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ingOutline">
            <a:extLst>
              <a:ext uri="{FF2B5EF4-FFF2-40B4-BE49-F238E27FC236}">
                <a16:creationId xmlns:a16="http://schemas.microsoft.com/office/drawing/2014/main" id="{F4F6920E-C594-345A-720C-6A567D83A7D9}"/>
              </a:ext>
            </a:extLst>
          </p:cNvPr>
          <p:cNvSpPr/>
          <p:nvPr/>
        </p:nvSpPr>
        <p:spPr>
          <a:xfrm>
            <a:off x="8961120" y="-1828800"/>
            <a:ext cx="4572000" cy="4572000"/>
          </a:xfrm>
          <a:prstGeom prst="ellipse">
            <a:avLst/>
          </a:prstGeom>
          <a:noFill/>
          <a:ln w="25400">
            <a:solidFill>
              <a:srgbClr val="4E73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KickerLine">
            <a:extLst>
              <a:ext uri="{FF2B5EF4-FFF2-40B4-BE49-F238E27FC236}">
                <a16:creationId xmlns:a16="http://schemas.microsoft.com/office/drawing/2014/main" id="{C0F51BED-D516-7DB1-8AA0-15F2CF768E86}"/>
              </a:ext>
            </a:extLst>
          </p:cNvPr>
          <p:cNvSpPr/>
          <p:nvPr/>
        </p:nvSpPr>
        <p:spPr>
          <a:xfrm>
            <a:off x="914400" y="2331720"/>
            <a:ext cx="502920" cy="45720"/>
          </a:xfrm>
          <a:prstGeom prst="rect">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KickerText">
            <a:extLst>
              <a:ext uri="{FF2B5EF4-FFF2-40B4-BE49-F238E27FC236}">
                <a16:creationId xmlns:a16="http://schemas.microsoft.com/office/drawing/2014/main" id="{4C4685FC-33DE-E843-77CD-20BB640C9D02}"/>
              </a:ext>
            </a:extLst>
          </p:cNvPr>
          <p:cNvSpPr txBox="1"/>
          <p:nvPr/>
        </p:nvSpPr>
        <p:spPr>
          <a:xfrm>
            <a:off x="914400" y="2441448"/>
            <a:ext cx="5486400" cy="184666"/>
          </a:xfrm>
          <a:prstGeom prst="rect">
            <a:avLst/>
          </a:prstGeom>
          <a:noFill/>
        </p:spPr>
        <p:txBody>
          <a:bodyPr wrap="square" lIns="0" tIns="0" rIns="0" bIns="0" anchor="t">
            <a:spAutoFit/>
          </a:bodyPr>
          <a:lstStyle/>
          <a:p>
            <a:pPr algn="l"/>
            <a:r>
              <a:rPr sz="1200" b="1" i="0">
                <a:solidFill>
                  <a:srgbClr val="FFCB05"/>
                </a:solidFill>
                <a:latin typeface="Segoe UI"/>
              </a:rPr>
              <a:t>SECTION 0</a:t>
            </a:r>
            <a:r>
              <a:rPr lang="en-US" sz="1200" b="1" i="0">
                <a:solidFill>
                  <a:srgbClr val="FFCB05"/>
                </a:solidFill>
                <a:latin typeface="Segoe UI"/>
              </a:rPr>
              <a:t>4</a:t>
            </a:r>
            <a:endParaRPr sz="1200" b="1" i="0">
              <a:solidFill>
                <a:srgbClr val="FFCB05"/>
              </a:solidFill>
              <a:latin typeface="Segoe UI"/>
            </a:endParaRPr>
          </a:p>
        </p:txBody>
      </p:sp>
      <p:sp>
        <p:nvSpPr>
          <p:cNvPr id="7" name="Title">
            <a:extLst>
              <a:ext uri="{FF2B5EF4-FFF2-40B4-BE49-F238E27FC236}">
                <a16:creationId xmlns:a16="http://schemas.microsoft.com/office/drawing/2014/main" id="{91632672-9DD1-7254-6C0A-064EE80D9302}"/>
              </a:ext>
            </a:extLst>
          </p:cNvPr>
          <p:cNvSpPr txBox="1"/>
          <p:nvPr/>
        </p:nvSpPr>
        <p:spPr>
          <a:xfrm>
            <a:off x="914400" y="2697480"/>
            <a:ext cx="8961120" cy="1005840"/>
          </a:xfrm>
          <a:prstGeom prst="rect">
            <a:avLst/>
          </a:prstGeom>
          <a:noFill/>
        </p:spPr>
        <p:txBody>
          <a:bodyPr wrap="square" lIns="0" tIns="0" rIns="0" bIns="0" anchor="t">
            <a:spAutoFit/>
          </a:bodyPr>
          <a:lstStyle/>
          <a:p>
            <a:pPr algn="l"/>
            <a:r>
              <a:rPr sz="3800" b="1" i="0">
                <a:solidFill>
                  <a:srgbClr val="FFFFFF"/>
                </a:solidFill>
                <a:latin typeface="Segoe UI"/>
              </a:rPr>
              <a:t>Security Testing</a:t>
            </a:r>
          </a:p>
        </p:txBody>
      </p:sp>
      <p:sp>
        <p:nvSpPr>
          <p:cNvPr id="8" name="Subtitle">
            <a:extLst>
              <a:ext uri="{FF2B5EF4-FFF2-40B4-BE49-F238E27FC236}">
                <a16:creationId xmlns:a16="http://schemas.microsoft.com/office/drawing/2014/main" id="{079826EF-9DA5-571E-06C1-B953E4291BDB}"/>
              </a:ext>
            </a:extLst>
          </p:cNvPr>
          <p:cNvSpPr txBox="1"/>
          <p:nvPr/>
        </p:nvSpPr>
        <p:spPr>
          <a:xfrm>
            <a:off x="914400" y="3530617"/>
            <a:ext cx="8686800" cy="528286"/>
          </a:xfrm>
          <a:prstGeom prst="rect">
            <a:avLst/>
          </a:prstGeom>
          <a:noFill/>
        </p:spPr>
        <p:txBody>
          <a:bodyPr wrap="square" lIns="0" tIns="0" rIns="0" bIns="0" anchor="t">
            <a:spAutoFit/>
          </a:bodyPr>
          <a:lstStyle/>
          <a:p>
            <a:pPr algn="l">
              <a:lnSpc>
                <a:spcPct val="120000"/>
              </a:lnSpc>
            </a:pPr>
            <a:r>
              <a:rPr sz="1500" b="0" i="0">
                <a:solidFill>
                  <a:srgbClr val="DDDFF0"/>
                </a:solidFill>
                <a:latin typeface="Segoe UI"/>
              </a:rPr>
              <a:t>A full audit of the ARDE Admin &amp; Public platforms</a:t>
            </a:r>
            <a:r>
              <a:rPr lang="en-US" sz="1500" b="0" i="0">
                <a:solidFill>
                  <a:srgbClr val="DDDFF0"/>
                </a:solidFill>
                <a:latin typeface="Segoe UI"/>
              </a:rPr>
              <a:t>.</a:t>
            </a:r>
          </a:p>
          <a:p>
            <a:pPr algn="l">
              <a:lnSpc>
                <a:spcPct val="120000"/>
              </a:lnSpc>
            </a:pPr>
            <a:r>
              <a:rPr lang="en-US" sz="1500">
                <a:solidFill>
                  <a:srgbClr val="DDDFF0"/>
                </a:solidFill>
                <a:latin typeface="Segoe UI"/>
              </a:rPr>
              <a:t>W</a:t>
            </a:r>
            <a:r>
              <a:rPr sz="1500" b="0" i="0">
                <a:solidFill>
                  <a:srgbClr val="DDDFF0"/>
                </a:solidFill>
                <a:latin typeface="Segoe UI"/>
              </a:rPr>
              <a:t>hat w</a:t>
            </a:r>
            <a:r>
              <a:rPr lang="en-US" sz="1500" b="0" i="0">
                <a:solidFill>
                  <a:srgbClr val="DDDFF0"/>
                </a:solidFill>
                <a:latin typeface="Segoe UI"/>
              </a:rPr>
              <a:t>as</a:t>
            </a:r>
            <a:r>
              <a:rPr sz="1500" b="0" i="0">
                <a:solidFill>
                  <a:srgbClr val="DDDFF0"/>
                </a:solidFill>
                <a:latin typeface="Segoe UI"/>
              </a:rPr>
              <a:t> tested,</a:t>
            </a:r>
            <a:r>
              <a:rPr lang="en-US" sz="1500" b="0" i="0">
                <a:solidFill>
                  <a:srgbClr val="DDDFF0"/>
                </a:solidFill>
                <a:latin typeface="Segoe UI"/>
              </a:rPr>
              <a:t> </a:t>
            </a:r>
            <a:r>
              <a:rPr sz="1500" b="0" i="0">
                <a:solidFill>
                  <a:srgbClr val="DDDFF0"/>
                </a:solidFill>
                <a:latin typeface="Segoe UI"/>
              </a:rPr>
              <a:t>what </a:t>
            </a:r>
            <a:r>
              <a:rPr lang="en-US" sz="1500" b="0" i="0">
                <a:solidFill>
                  <a:srgbClr val="DDDFF0"/>
                </a:solidFill>
                <a:latin typeface="Segoe UI"/>
              </a:rPr>
              <a:t>was</a:t>
            </a:r>
            <a:r>
              <a:rPr sz="1500" b="0" i="0">
                <a:solidFill>
                  <a:srgbClr val="DDDFF0"/>
                </a:solidFill>
                <a:latin typeface="Segoe UI"/>
              </a:rPr>
              <a:t> found, and what it means.</a:t>
            </a:r>
          </a:p>
        </p:txBody>
      </p:sp>
      <p:sp>
        <p:nvSpPr>
          <p:cNvPr id="9" name="LogoBadge">
            <a:extLst>
              <a:ext uri="{FF2B5EF4-FFF2-40B4-BE49-F238E27FC236}">
                <a16:creationId xmlns:a16="http://schemas.microsoft.com/office/drawing/2014/main" id="{EB0248C5-904E-DFB6-F8E5-B660310BBE52}"/>
              </a:ext>
            </a:extLst>
          </p:cNvPr>
          <p:cNvSpPr/>
          <p:nvPr/>
        </p:nvSpPr>
        <p:spPr>
          <a:xfrm>
            <a:off x="457200" y="5989320"/>
            <a:ext cx="777240" cy="7772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Logo" descr="main_logo.png">
            <a:extLst>
              <a:ext uri="{FF2B5EF4-FFF2-40B4-BE49-F238E27FC236}">
                <a16:creationId xmlns:a16="http://schemas.microsoft.com/office/drawing/2014/main" id="{62409448-5D30-439D-E3BF-8E8F6F1BF2CF}"/>
              </a:ext>
            </a:extLst>
          </p:cNvPr>
          <p:cNvPicPr>
            <a:picLocks noChangeAspect="1"/>
          </p:cNvPicPr>
          <p:nvPr/>
        </p:nvPicPr>
        <p:blipFill>
          <a:blip r:embed="rId2"/>
          <a:stretch>
            <a:fillRect/>
          </a:stretch>
        </p:blipFill>
        <p:spPr>
          <a:xfrm>
            <a:off x="580644" y="6112764"/>
            <a:ext cx="548640" cy="548640"/>
          </a:xfrm>
          <a:prstGeom prst="rect">
            <a:avLst/>
          </a:prstGeom>
        </p:spPr>
      </p:pic>
      <p:sp>
        <p:nvSpPr>
          <p:cNvPr id="11" name="PageNum">
            <a:extLst>
              <a:ext uri="{FF2B5EF4-FFF2-40B4-BE49-F238E27FC236}">
                <a16:creationId xmlns:a16="http://schemas.microsoft.com/office/drawing/2014/main" id="{3F22EBF1-D49D-7F20-02EB-CDE5C3A7C20F}"/>
              </a:ext>
            </a:extLst>
          </p:cNvPr>
          <p:cNvSpPr txBox="1"/>
          <p:nvPr/>
        </p:nvSpPr>
        <p:spPr>
          <a:xfrm>
            <a:off x="11292840" y="6263640"/>
            <a:ext cx="640080" cy="365760"/>
          </a:xfrm>
          <a:prstGeom prst="rect">
            <a:avLst/>
          </a:prstGeom>
          <a:noFill/>
        </p:spPr>
        <p:txBody>
          <a:bodyPr wrap="square" lIns="0" tIns="0" rIns="0" bIns="0" anchor="t">
            <a:spAutoFit/>
          </a:bodyPr>
          <a:lstStyle/>
          <a:p>
            <a:pPr algn="r"/>
            <a:r>
              <a:rPr sz="1300" b="1" i="0">
                <a:solidFill>
                  <a:srgbClr val="FFCB05"/>
                </a:solidFill>
                <a:latin typeface="Segoe UI"/>
              </a:rPr>
              <a:t>10</a:t>
            </a:r>
          </a:p>
        </p:txBody>
      </p:sp>
    </p:spTree>
    <p:extLst>
      <p:ext uri="{BB962C8B-B14F-4D97-AF65-F5344CB8AC3E}">
        <p14:creationId xmlns:p14="http://schemas.microsoft.com/office/powerpoint/2010/main" val="363711182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Fill"/>
          <p:cNvSpPr/>
          <p:nvPr/>
        </p:nvSpPr>
        <p:spPr>
          <a:xfrm>
            <a:off x="0" y="0"/>
            <a:ext cx="12191695" cy="6858000"/>
          </a:xfrm>
          <a:prstGeom prst="rect">
            <a:avLst/>
          </a:prstGeom>
          <a:solidFill>
            <a:srgbClr val="F0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BrandBar"/>
          <p:cNvSpPr/>
          <p:nvPr/>
        </p:nvSpPr>
        <p:spPr>
          <a:xfrm>
            <a:off x="0" y="0"/>
            <a:ext cx="12191695" cy="1188720"/>
          </a:xfrm>
          <a:prstGeom prst="rect">
            <a:avLst/>
          </a:prstGeom>
          <a:solidFill>
            <a:srgbClr val="272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AccentCircle"/>
          <p:cNvSpPr/>
          <p:nvPr/>
        </p:nvSpPr>
        <p:spPr>
          <a:xfrm>
            <a:off x="10744200" y="137160"/>
            <a:ext cx="914400" cy="914400"/>
          </a:xfrm>
          <a:prstGeom prst="ellipse">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HeaderTitle"/>
          <p:cNvSpPr txBox="1"/>
          <p:nvPr/>
        </p:nvSpPr>
        <p:spPr>
          <a:xfrm>
            <a:off x="548640" y="329184"/>
            <a:ext cx="8686800" cy="400110"/>
          </a:xfrm>
          <a:prstGeom prst="rect">
            <a:avLst/>
          </a:prstGeom>
          <a:noFill/>
        </p:spPr>
        <p:txBody>
          <a:bodyPr wrap="square" lIns="0" tIns="0" rIns="0" bIns="0" anchor="t">
            <a:spAutoFit/>
          </a:bodyPr>
          <a:lstStyle/>
          <a:p>
            <a:r>
              <a:rPr lang="en-US" sz="2600" b="1">
                <a:solidFill>
                  <a:srgbClr val="FFFFFF"/>
                </a:solidFill>
                <a:latin typeface="Segoe UI"/>
              </a:rPr>
              <a:t>Security Testing</a:t>
            </a:r>
            <a:r>
              <a:rPr sz="2600" b="1" i="0">
                <a:solidFill>
                  <a:srgbClr val="FFFFFF"/>
                </a:solidFill>
                <a:latin typeface="Segoe UI"/>
              </a:rPr>
              <a:t> Methodology</a:t>
            </a:r>
            <a:endParaRPr lang="en-US" sz="2600" b="1" i="0">
              <a:solidFill>
                <a:srgbClr val="FFFFFF"/>
              </a:solidFill>
              <a:latin typeface="Segoe UI"/>
            </a:endParaRPr>
          </a:p>
        </p:txBody>
      </p:sp>
      <p:sp>
        <p:nvSpPr>
          <p:cNvPr id="6" name="KickerLine2"/>
          <p:cNvSpPr/>
          <p:nvPr/>
        </p:nvSpPr>
        <p:spPr>
          <a:xfrm>
            <a:off x="0" y="1188720"/>
            <a:ext cx="12191695" cy="45720"/>
          </a:xfrm>
          <a:prstGeom prst="rect">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imelineLine"/>
          <p:cNvSpPr/>
          <p:nvPr/>
        </p:nvSpPr>
        <p:spPr>
          <a:xfrm>
            <a:off x="1463040" y="3520440"/>
            <a:ext cx="9235440" cy="45720"/>
          </a:xfrm>
          <a:prstGeom prst="rect">
            <a:avLst/>
          </a:prstGeom>
          <a:solidFill>
            <a:srgbClr val="DDDF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ItemCircle_0"/>
          <p:cNvSpPr/>
          <p:nvPr/>
        </p:nvSpPr>
        <p:spPr>
          <a:xfrm>
            <a:off x="1234440" y="3246120"/>
            <a:ext cx="640080" cy="640080"/>
          </a:xfrm>
          <a:prstGeom prst="ellipse">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StepNum_0"/>
          <p:cNvSpPr txBox="1"/>
          <p:nvPr/>
        </p:nvSpPr>
        <p:spPr>
          <a:xfrm>
            <a:off x="1234440" y="3246120"/>
            <a:ext cx="640080" cy="640080"/>
          </a:xfrm>
          <a:prstGeom prst="rect">
            <a:avLst/>
          </a:prstGeom>
          <a:noFill/>
        </p:spPr>
        <p:txBody>
          <a:bodyPr wrap="square" lIns="0" tIns="0" rIns="0" bIns="0" anchor="ctr">
            <a:spAutoFit/>
          </a:bodyPr>
          <a:lstStyle/>
          <a:p>
            <a:pPr algn="ctr"/>
            <a:r>
              <a:rPr sz="1800" b="1" i="0">
                <a:solidFill>
                  <a:srgbClr val="27247B"/>
                </a:solidFill>
                <a:latin typeface="Segoe UI"/>
              </a:rPr>
              <a:t>1</a:t>
            </a:r>
          </a:p>
        </p:txBody>
      </p:sp>
      <p:sp>
        <p:nvSpPr>
          <p:cNvPr id="10" name="StepLabel_0"/>
          <p:cNvSpPr txBox="1"/>
          <p:nvPr/>
        </p:nvSpPr>
        <p:spPr>
          <a:xfrm>
            <a:off x="548640" y="4069080"/>
            <a:ext cx="2011680" cy="457200"/>
          </a:xfrm>
          <a:prstGeom prst="rect">
            <a:avLst/>
          </a:prstGeom>
          <a:noFill/>
        </p:spPr>
        <p:txBody>
          <a:bodyPr wrap="square" lIns="0" tIns="0" rIns="0" bIns="0" anchor="t">
            <a:spAutoFit/>
          </a:bodyPr>
          <a:lstStyle/>
          <a:p>
            <a:pPr algn="ctr"/>
            <a:r>
              <a:rPr sz="1300" b="1" i="0">
                <a:solidFill>
                  <a:srgbClr val="27247B"/>
                </a:solidFill>
                <a:latin typeface="Segoe UI"/>
              </a:rPr>
              <a:t>Recon</a:t>
            </a:r>
          </a:p>
        </p:txBody>
      </p:sp>
      <p:sp>
        <p:nvSpPr>
          <p:cNvPr id="11" name="ItemCircle_1"/>
          <p:cNvSpPr/>
          <p:nvPr/>
        </p:nvSpPr>
        <p:spPr>
          <a:xfrm>
            <a:off x="3858768" y="3246120"/>
            <a:ext cx="640080" cy="640080"/>
          </a:xfrm>
          <a:prstGeom prst="ellipse">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StepNum_1"/>
          <p:cNvSpPr txBox="1"/>
          <p:nvPr/>
        </p:nvSpPr>
        <p:spPr>
          <a:xfrm>
            <a:off x="3858768" y="3246120"/>
            <a:ext cx="640080" cy="640080"/>
          </a:xfrm>
          <a:prstGeom prst="rect">
            <a:avLst/>
          </a:prstGeom>
          <a:noFill/>
        </p:spPr>
        <p:txBody>
          <a:bodyPr wrap="square" lIns="0" tIns="0" rIns="0" bIns="0" anchor="ctr">
            <a:spAutoFit/>
          </a:bodyPr>
          <a:lstStyle/>
          <a:p>
            <a:pPr algn="ctr"/>
            <a:r>
              <a:rPr sz="1800" b="1" i="0">
                <a:solidFill>
                  <a:srgbClr val="27247B"/>
                </a:solidFill>
                <a:latin typeface="Segoe UI"/>
              </a:rPr>
              <a:t>2</a:t>
            </a:r>
          </a:p>
        </p:txBody>
      </p:sp>
      <p:sp>
        <p:nvSpPr>
          <p:cNvPr id="13" name="StepLabel_1"/>
          <p:cNvSpPr txBox="1"/>
          <p:nvPr/>
        </p:nvSpPr>
        <p:spPr>
          <a:xfrm>
            <a:off x="3172968" y="4069080"/>
            <a:ext cx="2011680" cy="457200"/>
          </a:xfrm>
          <a:prstGeom prst="rect">
            <a:avLst/>
          </a:prstGeom>
          <a:noFill/>
        </p:spPr>
        <p:txBody>
          <a:bodyPr wrap="square" lIns="0" tIns="0" rIns="0" bIns="0" anchor="t">
            <a:spAutoFit/>
          </a:bodyPr>
          <a:lstStyle/>
          <a:p>
            <a:pPr algn="ctr"/>
            <a:r>
              <a:rPr sz="1300" b="1" i="0">
                <a:solidFill>
                  <a:srgbClr val="27247B"/>
                </a:solidFill>
                <a:latin typeface="Segoe UI"/>
              </a:rPr>
              <a:t>Static &amp; Dep. Scan</a:t>
            </a:r>
          </a:p>
        </p:txBody>
      </p:sp>
      <p:sp>
        <p:nvSpPr>
          <p:cNvPr id="14" name="ItemCircle_2"/>
          <p:cNvSpPr/>
          <p:nvPr/>
        </p:nvSpPr>
        <p:spPr>
          <a:xfrm>
            <a:off x="6483096" y="3246120"/>
            <a:ext cx="640080" cy="640080"/>
          </a:xfrm>
          <a:prstGeom prst="ellipse">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StepNum_2"/>
          <p:cNvSpPr txBox="1"/>
          <p:nvPr/>
        </p:nvSpPr>
        <p:spPr>
          <a:xfrm>
            <a:off x="6483096" y="3246120"/>
            <a:ext cx="640080" cy="640080"/>
          </a:xfrm>
          <a:prstGeom prst="rect">
            <a:avLst/>
          </a:prstGeom>
          <a:noFill/>
        </p:spPr>
        <p:txBody>
          <a:bodyPr wrap="square" lIns="0" tIns="0" rIns="0" bIns="0" anchor="ctr">
            <a:spAutoFit/>
          </a:bodyPr>
          <a:lstStyle/>
          <a:p>
            <a:pPr algn="ctr"/>
            <a:r>
              <a:rPr sz="1800" b="1" i="0">
                <a:solidFill>
                  <a:srgbClr val="27247B"/>
                </a:solidFill>
                <a:latin typeface="Segoe UI"/>
              </a:rPr>
              <a:t>3</a:t>
            </a:r>
          </a:p>
        </p:txBody>
      </p:sp>
      <p:sp>
        <p:nvSpPr>
          <p:cNvPr id="16" name="StepLabel_2"/>
          <p:cNvSpPr txBox="1"/>
          <p:nvPr/>
        </p:nvSpPr>
        <p:spPr>
          <a:xfrm>
            <a:off x="5797296" y="4069080"/>
            <a:ext cx="2011680" cy="457200"/>
          </a:xfrm>
          <a:prstGeom prst="rect">
            <a:avLst/>
          </a:prstGeom>
          <a:noFill/>
        </p:spPr>
        <p:txBody>
          <a:bodyPr wrap="square" lIns="0" tIns="0" rIns="0" bIns="0" anchor="t">
            <a:spAutoFit/>
          </a:bodyPr>
          <a:lstStyle/>
          <a:p>
            <a:pPr algn="ctr"/>
            <a:r>
              <a:rPr sz="1300" b="1" i="0">
                <a:solidFill>
                  <a:srgbClr val="27247B"/>
                </a:solidFill>
                <a:latin typeface="Segoe UI"/>
              </a:rPr>
              <a:t>Dynamic Testing</a:t>
            </a:r>
          </a:p>
        </p:txBody>
      </p:sp>
      <p:sp>
        <p:nvSpPr>
          <p:cNvPr id="17" name="ItemCircle_3"/>
          <p:cNvSpPr/>
          <p:nvPr/>
        </p:nvSpPr>
        <p:spPr>
          <a:xfrm>
            <a:off x="9107424" y="3246120"/>
            <a:ext cx="640080" cy="640080"/>
          </a:xfrm>
          <a:prstGeom prst="ellipse">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StepNum_3"/>
          <p:cNvSpPr txBox="1"/>
          <p:nvPr/>
        </p:nvSpPr>
        <p:spPr>
          <a:xfrm>
            <a:off x="9107424" y="3246120"/>
            <a:ext cx="640080" cy="640080"/>
          </a:xfrm>
          <a:prstGeom prst="rect">
            <a:avLst/>
          </a:prstGeom>
          <a:noFill/>
        </p:spPr>
        <p:txBody>
          <a:bodyPr wrap="square" lIns="0" tIns="0" rIns="0" bIns="0" anchor="ctr">
            <a:spAutoFit/>
          </a:bodyPr>
          <a:lstStyle/>
          <a:p>
            <a:pPr algn="ctr"/>
            <a:r>
              <a:rPr sz="1800" b="1" i="0">
                <a:solidFill>
                  <a:srgbClr val="27247B"/>
                </a:solidFill>
                <a:latin typeface="Segoe UI"/>
              </a:rPr>
              <a:t>4</a:t>
            </a:r>
          </a:p>
        </p:txBody>
      </p:sp>
      <p:sp>
        <p:nvSpPr>
          <p:cNvPr id="19" name="StepLabel_3"/>
          <p:cNvSpPr txBox="1"/>
          <p:nvPr/>
        </p:nvSpPr>
        <p:spPr>
          <a:xfrm>
            <a:off x="8421624" y="4069080"/>
            <a:ext cx="2011680" cy="457200"/>
          </a:xfrm>
          <a:prstGeom prst="rect">
            <a:avLst/>
          </a:prstGeom>
          <a:noFill/>
        </p:spPr>
        <p:txBody>
          <a:bodyPr wrap="square" lIns="0" tIns="0" rIns="0" bIns="0" anchor="t">
            <a:spAutoFit/>
          </a:bodyPr>
          <a:lstStyle/>
          <a:p>
            <a:pPr algn="ctr"/>
            <a:r>
              <a:rPr sz="1300" b="1" i="0">
                <a:solidFill>
                  <a:srgbClr val="27247B"/>
                </a:solidFill>
                <a:latin typeface="Segoe UI"/>
              </a:rPr>
              <a:t>Report &amp; Fix</a:t>
            </a:r>
          </a:p>
        </p:txBody>
      </p:sp>
      <p:sp>
        <p:nvSpPr>
          <p:cNvPr id="20" name="LogoBadge"/>
          <p:cNvSpPr/>
          <p:nvPr/>
        </p:nvSpPr>
        <p:spPr>
          <a:xfrm>
            <a:off x="457200" y="5989320"/>
            <a:ext cx="777240" cy="7772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1" name="Logo" descr="main_logo.png"/>
          <p:cNvPicPr>
            <a:picLocks noChangeAspect="1"/>
          </p:cNvPicPr>
          <p:nvPr/>
        </p:nvPicPr>
        <p:blipFill>
          <a:blip r:embed="rId2"/>
          <a:stretch>
            <a:fillRect/>
          </a:stretch>
        </p:blipFill>
        <p:spPr>
          <a:xfrm>
            <a:off x="580644" y="6112764"/>
            <a:ext cx="548640" cy="548640"/>
          </a:xfrm>
          <a:prstGeom prst="rect">
            <a:avLst/>
          </a:prstGeom>
        </p:spPr>
      </p:pic>
      <p:sp>
        <p:nvSpPr>
          <p:cNvPr id="22" name="PageNum"/>
          <p:cNvSpPr txBox="1"/>
          <p:nvPr/>
        </p:nvSpPr>
        <p:spPr>
          <a:xfrm>
            <a:off x="11292840" y="6263640"/>
            <a:ext cx="640080" cy="365760"/>
          </a:xfrm>
          <a:prstGeom prst="rect">
            <a:avLst/>
          </a:prstGeom>
          <a:noFill/>
        </p:spPr>
        <p:txBody>
          <a:bodyPr wrap="square" lIns="0" tIns="0" rIns="0" bIns="0" anchor="t">
            <a:spAutoFit/>
          </a:bodyPr>
          <a:lstStyle/>
          <a:p>
            <a:pPr algn="r"/>
            <a:r>
              <a:rPr sz="1300" b="1" i="0">
                <a:solidFill>
                  <a:srgbClr val="27247B"/>
                </a:solidFill>
                <a:latin typeface="Segoe UI"/>
              </a:rPr>
              <a:t>11</a:t>
            </a:r>
          </a:p>
        </p:txBody>
      </p:sp>
      <p:sp>
        <p:nvSpPr>
          <p:cNvPr id="23" name="StepNum_0">
            <a:extLst>
              <a:ext uri="{FF2B5EF4-FFF2-40B4-BE49-F238E27FC236}">
                <a16:creationId xmlns:a16="http://schemas.microsoft.com/office/drawing/2014/main" id="{C2C51218-C1DB-837C-0B13-47E1060E52DA}"/>
              </a:ext>
            </a:extLst>
          </p:cNvPr>
          <p:cNvSpPr txBox="1"/>
          <p:nvPr/>
        </p:nvSpPr>
        <p:spPr>
          <a:xfrm>
            <a:off x="10886439" y="459488"/>
            <a:ext cx="640080" cy="276999"/>
          </a:xfrm>
          <a:prstGeom prst="rect">
            <a:avLst/>
          </a:prstGeom>
          <a:noFill/>
        </p:spPr>
        <p:txBody>
          <a:bodyPr wrap="square" lIns="0" tIns="0" rIns="0" bIns="0" anchor="ctr">
            <a:spAutoFit/>
          </a:bodyPr>
          <a:lstStyle/>
          <a:p>
            <a:pPr algn="ctr"/>
            <a:r>
              <a:rPr lang="en-US" b="1">
                <a:solidFill>
                  <a:srgbClr val="27247B"/>
                </a:solidFill>
                <a:latin typeface="Segoe UI"/>
              </a:rPr>
              <a:t>04</a:t>
            </a:r>
            <a:endParaRPr lang="en-US" sz="1800" b="1" i="0">
              <a:solidFill>
                <a:srgbClr val="27247B"/>
              </a:solidFill>
              <a:latin typeface="Segoe UI"/>
              <a:cs typeface="Segoe UI"/>
            </a:endParaRP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Fill"/>
          <p:cNvSpPr/>
          <p:nvPr/>
        </p:nvSpPr>
        <p:spPr>
          <a:xfrm>
            <a:off x="0" y="0"/>
            <a:ext cx="12191695" cy="6858000"/>
          </a:xfrm>
          <a:prstGeom prst="rect">
            <a:avLst/>
          </a:prstGeom>
          <a:solidFill>
            <a:srgbClr val="F0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BrandBar"/>
          <p:cNvSpPr/>
          <p:nvPr/>
        </p:nvSpPr>
        <p:spPr>
          <a:xfrm>
            <a:off x="0" y="0"/>
            <a:ext cx="12191695" cy="1188720"/>
          </a:xfrm>
          <a:prstGeom prst="rect">
            <a:avLst/>
          </a:prstGeom>
          <a:solidFill>
            <a:srgbClr val="272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AccentCircle"/>
          <p:cNvSpPr/>
          <p:nvPr/>
        </p:nvSpPr>
        <p:spPr>
          <a:xfrm>
            <a:off x="10744200" y="137160"/>
            <a:ext cx="914400" cy="914400"/>
          </a:xfrm>
          <a:prstGeom prst="ellipse">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HeaderTitle"/>
          <p:cNvSpPr txBox="1"/>
          <p:nvPr/>
        </p:nvSpPr>
        <p:spPr>
          <a:xfrm>
            <a:off x="548640" y="329184"/>
            <a:ext cx="8686800" cy="640080"/>
          </a:xfrm>
          <a:prstGeom prst="rect">
            <a:avLst/>
          </a:prstGeom>
          <a:noFill/>
        </p:spPr>
        <p:txBody>
          <a:bodyPr wrap="square" lIns="0" tIns="0" rIns="0" bIns="0" anchor="t">
            <a:spAutoFit/>
          </a:bodyPr>
          <a:lstStyle/>
          <a:p>
            <a:pPr algn="l"/>
            <a:r>
              <a:rPr sz="2600" b="1" i="0">
                <a:solidFill>
                  <a:srgbClr val="FFFFFF"/>
                </a:solidFill>
                <a:latin typeface="Segoe UI"/>
              </a:rPr>
              <a:t>Audit at a Glance</a:t>
            </a:r>
          </a:p>
        </p:txBody>
      </p:sp>
      <p:sp>
        <p:nvSpPr>
          <p:cNvPr id="6" name="KickerLine2"/>
          <p:cNvSpPr/>
          <p:nvPr/>
        </p:nvSpPr>
        <p:spPr>
          <a:xfrm>
            <a:off x="0" y="1188720"/>
            <a:ext cx="12191695" cy="45720"/>
          </a:xfrm>
          <a:prstGeom prst="rect">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StatCard_0"/>
          <p:cNvSpPr/>
          <p:nvPr/>
        </p:nvSpPr>
        <p:spPr>
          <a:xfrm>
            <a:off x="640080" y="1920240"/>
            <a:ext cx="2514600" cy="292608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StatTop_0"/>
          <p:cNvSpPr/>
          <p:nvPr/>
        </p:nvSpPr>
        <p:spPr>
          <a:xfrm>
            <a:off x="640080" y="1920240"/>
            <a:ext cx="2514600" cy="109728"/>
          </a:xfrm>
          <a:prstGeom prst="roundRect">
            <a:avLst>
              <a:gd name="adj" fmla="val 50000"/>
            </a:avLst>
          </a:prstGeom>
          <a:solidFill>
            <a:srgbClr val="272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StatNum_0"/>
          <p:cNvSpPr txBox="1"/>
          <p:nvPr/>
        </p:nvSpPr>
        <p:spPr>
          <a:xfrm>
            <a:off x="640080" y="2743200"/>
            <a:ext cx="2514600" cy="914400"/>
          </a:xfrm>
          <a:prstGeom prst="rect">
            <a:avLst/>
          </a:prstGeom>
          <a:noFill/>
        </p:spPr>
        <p:txBody>
          <a:bodyPr wrap="square" lIns="0" tIns="0" rIns="0" bIns="0" anchor="t">
            <a:spAutoFit/>
          </a:bodyPr>
          <a:lstStyle/>
          <a:p>
            <a:pPr algn="ctr"/>
            <a:r>
              <a:rPr sz="4000" b="1" i="0">
                <a:solidFill>
                  <a:srgbClr val="27247B"/>
                </a:solidFill>
                <a:latin typeface="Segoe UI"/>
              </a:rPr>
              <a:t>4</a:t>
            </a:r>
          </a:p>
        </p:txBody>
      </p:sp>
      <p:sp>
        <p:nvSpPr>
          <p:cNvPr id="10" name="StatLabel_0"/>
          <p:cNvSpPr txBox="1"/>
          <p:nvPr/>
        </p:nvSpPr>
        <p:spPr>
          <a:xfrm>
            <a:off x="640080" y="3703320"/>
            <a:ext cx="2514600" cy="457200"/>
          </a:xfrm>
          <a:prstGeom prst="rect">
            <a:avLst/>
          </a:prstGeom>
          <a:noFill/>
        </p:spPr>
        <p:txBody>
          <a:bodyPr wrap="square" lIns="0" tIns="0" rIns="0" bIns="0" anchor="t">
            <a:spAutoFit/>
          </a:bodyPr>
          <a:lstStyle/>
          <a:p>
            <a:pPr algn="ctr"/>
            <a:r>
              <a:rPr sz="1300" b="0" i="0">
                <a:solidFill>
                  <a:srgbClr val="858796"/>
                </a:solidFill>
                <a:latin typeface="Segoe UI"/>
              </a:rPr>
              <a:t>CVEs Flagged (npm audit)</a:t>
            </a:r>
          </a:p>
        </p:txBody>
      </p:sp>
      <p:sp>
        <p:nvSpPr>
          <p:cNvPr id="11" name="StatCard_1"/>
          <p:cNvSpPr/>
          <p:nvPr/>
        </p:nvSpPr>
        <p:spPr>
          <a:xfrm>
            <a:off x="3364991" y="1920240"/>
            <a:ext cx="2514600" cy="292608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StatTop_1"/>
          <p:cNvSpPr/>
          <p:nvPr/>
        </p:nvSpPr>
        <p:spPr>
          <a:xfrm>
            <a:off x="3364991" y="1920240"/>
            <a:ext cx="2514600" cy="109728"/>
          </a:xfrm>
          <a:prstGeom prst="roundRect">
            <a:avLst>
              <a:gd name="adj" fmla="val 50000"/>
            </a:avLst>
          </a:prstGeom>
          <a:solidFill>
            <a:srgbClr val="D79C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StatNum_1"/>
          <p:cNvSpPr txBox="1"/>
          <p:nvPr/>
        </p:nvSpPr>
        <p:spPr>
          <a:xfrm>
            <a:off x="3364991" y="2743200"/>
            <a:ext cx="2514600" cy="914400"/>
          </a:xfrm>
          <a:prstGeom prst="rect">
            <a:avLst/>
          </a:prstGeom>
          <a:noFill/>
        </p:spPr>
        <p:txBody>
          <a:bodyPr wrap="square" lIns="0" tIns="0" rIns="0" bIns="0" anchor="t">
            <a:spAutoFit/>
          </a:bodyPr>
          <a:lstStyle/>
          <a:p>
            <a:pPr algn="ctr"/>
            <a:r>
              <a:rPr sz="4000" b="1" i="0">
                <a:solidFill>
                  <a:srgbClr val="D79C07"/>
                </a:solidFill>
                <a:latin typeface="Segoe UI"/>
              </a:rPr>
              <a:t>60+</a:t>
            </a:r>
          </a:p>
        </p:txBody>
      </p:sp>
      <p:sp>
        <p:nvSpPr>
          <p:cNvPr id="14" name="StatLabel_1"/>
          <p:cNvSpPr txBox="1"/>
          <p:nvPr/>
        </p:nvSpPr>
        <p:spPr>
          <a:xfrm>
            <a:off x="3364991" y="3703320"/>
            <a:ext cx="2514600" cy="457200"/>
          </a:xfrm>
          <a:prstGeom prst="rect">
            <a:avLst/>
          </a:prstGeom>
          <a:noFill/>
        </p:spPr>
        <p:txBody>
          <a:bodyPr wrap="square" lIns="0" tIns="0" rIns="0" bIns="0" anchor="t">
            <a:spAutoFit/>
          </a:bodyPr>
          <a:lstStyle/>
          <a:p>
            <a:pPr algn="ctr"/>
            <a:r>
              <a:rPr sz="1300" b="0" i="0">
                <a:solidFill>
                  <a:srgbClr val="858796"/>
                </a:solidFill>
                <a:latin typeface="Segoe UI"/>
              </a:rPr>
              <a:t>Routes Reviewed</a:t>
            </a:r>
          </a:p>
        </p:txBody>
      </p:sp>
      <p:sp>
        <p:nvSpPr>
          <p:cNvPr id="15" name="StatCard_2"/>
          <p:cNvSpPr/>
          <p:nvPr/>
        </p:nvSpPr>
        <p:spPr>
          <a:xfrm>
            <a:off x="6089904" y="1920240"/>
            <a:ext cx="2514600" cy="292608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StatTop_2"/>
          <p:cNvSpPr/>
          <p:nvPr/>
        </p:nvSpPr>
        <p:spPr>
          <a:xfrm>
            <a:off x="6089904" y="1920240"/>
            <a:ext cx="2514600" cy="109728"/>
          </a:xfrm>
          <a:prstGeom prst="roundRect">
            <a:avLst>
              <a:gd name="adj" fmla="val 50000"/>
            </a:avLst>
          </a:prstGeom>
          <a:solidFill>
            <a:srgbClr val="4E7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StatNum_2"/>
          <p:cNvSpPr txBox="1"/>
          <p:nvPr/>
        </p:nvSpPr>
        <p:spPr>
          <a:xfrm>
            <a:off x="6089904" y="2743200"/>
            <a:ext cx="2514600" cy="914400"/>
          </a:xfrm>
          <a:prstGeom prst="rect">
            <a:avLst/>
          </a:prstGeom>
          <a:noFill/>
        </p:spPr>
        <p:txBody>
          <a:bodyPr wrap="square" lIns="0" tIns="0" rIns="0" bIns="0" anchor="t">
            <a:spAutoFit/>
          </a:bodyPr>
          <a:lstStyle/>
          <a:p>
            <a:pPr algn="ctr"/>
            <a:r>
              <a:rPr sz="4000" b="1" i="0">
                <a:solidFill>
                  <a:srgbClr val="4E73DF"/>
                </a:solidFill>
                <a:latin typeface="Segoe UI"/>
              </a:rPr>
              <a:t>121</a:t>
            </a:r>
          </a:p>
        </p:txBody>
      </p:sp>
      <p:sp>
        <p:nvSpPr>
          <p:cNvPr id="18" name="StatLabel_2"/>
          <p:cNvSpPr txBox="1"/>
          <p:nvPr/>
        </p:nvSpPr>
        <p:spPr>
          <a:xfrm>
            <a:off x="6089904" y="3703320"/>
            <a:ext cx="2514600" cy="457200"/>
          </a:xfrm>
          <a:prstGeom prst="rect">
            <a:avLst/>
          </a:prstGeom>
          <a:noFill/>
        </p:spPr>
        <p:txBody>
          <a:bodyPr wrap="square" lIns="0" tIns="0" rIns="0" bIns="0" anchor="t">
            <a:spAutoFit/>
          </a:bodyPr>
          <a:lstStyle/>
          <a:p>
            <a:pPr algn="ctr"/>
            <a:r>
              <a:rPr sz="1300" b="0" i="0">
                <a:solidFill>
                  <a:srgbClr val="858796"/>
                </a:solidFill>
                <a:latin typeface="Segoe UI"/>
              </a:rPr>
              <a:t>DB Queries Checked</a:t>
            </a:r>
          </a:p>
        </p:txBody>
      </p:sp>
      <p:sp>
        <p:nvSpPr>
          <p:cNvPr id="19" name="StatCard_3"/>
          <p:cNvSpPr/>
          <p:nvPr/>
        </p:nvSpPr>
        <p:spPr>
          <a:xfrm>
            <a:off x="8814816" y="1920240"/>
            <a:ext cx="2514600" cy="292608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StatTop_3"/>
          <p:cNvSpPr/>
          <p:nvPr/>
        </p:nvSpPr>
        <p:spPr>
          <a:xfrm>
            <a:off x="8814816" y="1920240"/>
            <a:ext cx="2514600" cy="109728"/>
          </a:xfrm>
          <a:prstGeom prst="roundRect">
            <a:avLst>
              <a:gd name="adj" fmla="val 50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StatNum_3"/>
          <p:cNvSpPr txBox="1"/>
          <p:nvPr/>
        </p:nvSpPr>
        <p:spPr>
          <a:xfrm>
            <a:off x="8814816" y="2743200"/>
            <a:ext cx="2514600" cy="914400"/>
          </a:xfrm>
          <a:prstGeom prst="rect">
            <a:avLst/>
          </a:prstGeom>
          <a:noFill/>
        </p:spPr>
        <p:txBody>
          <a:bodyPr wrap="square" lIns="0" tIns="0" rIns="0" bIns="0" anchor="t">
            <a:spAutoFit/>
          </a:bodyPr>
          <a:lstStyle/>
          <a:p>
            <a:pPr algn="ctr"/>
            <a:r>
              <a:rPr sz="4000" b="1" i="0">
                <a:solidFill>
                  <a:srgbClr val="2E7D32"/>
                </a:solidFill>
                <a:latin typeface="Segoe UI"/>
              </a:rPr>
              <a:t>0</a:t>
            </a:r>
          </a:p>
        </p:txBody>
      </p:sp>
      <p:sp>
        <p:nvSpPr>
          <p:cNvPr id="22" name="StatLabel_3"/>
          <p:cNvSpPr txBox="1"/>
          <p:nvPr/>
        </p:nvSpPr>
        <p:spPr>
          <a:xfrm>
            <a:off x="8814816" y="3703320"/>
            <a:ext cx="2514600" cy="457200"/>
          </a:xfrm>
          <a:prstGeom prst="rect">
            <a:avLst/>
          </a:prstGeom>
          <a:noFill/>
        </p:spPr>
        <p:txBody>
          <a:bodyPr wrap="square" lIns="0" tIns="0" rIns="0" bIns="0" anchor="t">
            <a:spAutoFit/>
          </a:bodyPr>
          <a:lstStyle/>
          <a:p>
            <a:pPr algn="ctr"/>
            <a:r>
              <a:rPr sz="1300" b="0" i="0">
                <a:solidFill>
                  <a:srgbClr val="858796"/>
                </a:solidFill>
                <a:latin typeface="Segoe UI"/>
              </a:rPr>
              <a:t>Confirmed SQL Injections</a:t>
            </a:r>
          </a:p>
        </p:txBody>
      </p:sp>
      <p:sp>
        <p:nvSpPr>
          <p:cNvPr id="23" name="LogoBadge"/>
          <p:cNvSpPr/>
          <p:nvPr/>
        </p:nvSpPr>
        <p:spPr>
          <a:xfrm>
            <a:off x="457200" y="5989320"/>
            <a:ext cx="777240" cy="7772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4" name="Logo" descr="main_logo.png"/>
          <p:cNvPicPr>
            <a:picLocks noChangeAspect="1"/>
          </p:cNvPicPr>
          <p:nvPr/>
        </p:nvPicPr>
        <p:blipFill>
          <a:blip r:embed="rId2"/>
          <a:stretch>
            <a:fillRect/>
          </a:stretch>
        </p:blipFill>
        <p:spPr>
          <a:xfrm>
            <a:off x="580644" y="6112764"/>
            <a:ext cx="548640" cy="548640"/>
          </a:xfrm>
          <a:prstGeom prst="rect">
            <a:avLst/>
          </a:prstGeom>
        </p:spPr>
      </p:pic>
      <p:sp>
        <p:nvSpPr>
          <p:cNvPr id="25" name="PageNum"/>
          <p:cNvSpPr txBox="1"/>
          <p:nvPr/>
        </p:nvSpPr>
        <p:spPr>
          <a:xfrm>
            <a:off x="11292840" y="6263640"/>
            <a:ext cx="640080" cy="365760"/>
          </a:xfrm>
          <a:prstGeom prst="rect">
            <a:avLst/>
          </a:prstGeom>
          <a:noFill/>
        </p:spPr>
        <p:txBody>
          <a:bodyPr wrap="square" lIns="0" tIns="0" rIns="0" bIns="0" anchor="t">
            <a:spAutoFit/>
          </a:bodyPr>
          <a:lstStyle/>
          <a:p>
            <a:pPr algn="r"/>
            <a:r>
              <a:rPr sz="1300" b="1" i="0">
                <a:solidFill>
                  <a:srgbClr val="27247B"/>
                </a:solidFill>
                <a:latin typeface="Segoe UI"/>
              </a:rPr>
              <a:t>12</a:t>
            </a:r>
          </a:p>
        </p:txBody>
      </p:sp>
      <p:sp>
        <p:nvSpPr>
          <p:cNvPr id="27" name="StepNum_0">
            <a:extLst>
              <a:ext uri="{FF2B5EF4-FFF2-40B4-BE49-F238E27FC236}">
                <a16:creationId xmlns:a16="http://schemas.microsoft.com/office/drawing/2014/main" id="{D76539FD-3BE5-2665-1B4B-E91665883EF9}"/>
              </a:ext>
            </a:extLst>
          </p:cNvPr>
          <p:cNvSpPr txBox="1"/>
          <p:nvPr/>
        </p:nvSpPr>
        <p:spPr>
          <a:xfrm>
            <a:off x="10886439" y="459488"/>
            <a:ext cx="640080" cy="276999"/>
          </a:xfrm>
          <a:prstGeom prst="rect">
            <a:avLst/>
          </a:prstGeom>
          <a:noFill/>
        </p:spPr>
        <p:txBody>
          <a:bodyPr wrap="square" lIns="0" tIns="0" rIns="0" bIns="0" anchor="ctr">
            <a:spAutoFit/>
          </a:bodyPr>
          <a:lstStyle/>
          <a:p>
            <a:pPr algn="ctr"/>
            <a:r>
              <a:rPr lang="en-US" b="1">
                <a:solidFill>
                  <a:srgbClr val="27247B"/>
                </a:solidFill>
                <a:latin typeface="Segoe UI"/>
              </a:rPr>
              <a:t>04</a:t>
            </a:r>
            <a:endParaRPr lang="en-US" sz="1800" b="1" i="0">
              <a:solidFill>
                <a:srgbClr val="27247B"/>
              </a:solidFill>
              <a:latin typeface="Segoe UI"/>
              <a:cs typeface="Segoe UI"/>
            </a:endParaRP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Fill"/>
          <p:cNvSpPr>
            <a:spLocks noGrp="1" noRot="1" noMove="1" noResize="1" noEditPoints="1" noAdjustHandles="1" noChangeArrowheads="1" noChangeShapeType="1"/>
          </p:cNvSpPr>
          <p:nvPr/>
        </p:nvSpPr>
        <p:spPr>
          <a:xfrm>
            <a:off x="0" y="0"/>
            <a:ext cx="12191695" cy="6858000"/>
          </a:xfrm>
          <a:prstGeom prst="rect">
            <a:avLst/>
          </a:prstGeom>
          <a:solidFill>
            <a:srgbClr val="F0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BrandBar"/>
          <p:cNvSpPr/>
          <p:nvPr/>
        </p:nvSpPr>
        <p:spPr>
          <a:xfrm>
            <a:off x="0" y="0"/>
            <a:ext cx="12191695" cy="1188720"/>
          </a:xfrm>
          <a:prstGeom prst="rect">
            <a:avLst/>
          </a:prstGeom>
          <a:solidFill>
            <a:srgbClr val="272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AccentCircle"/>
          <p:cNvSpPr/>
          <p:nvPr/>
        </p:nvSpPr>
        <p:spPr>
          <a:xfrm>
            <a:off x="10744200" y="137160"/>
            <a:ext cx="914400" cy="914400"/>
          </a:xfrm>
          <a:prstGeom prst="ellipse">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HeaderTitle"/>
          <p:cNvSpPr txBox="1"/>
          <p:nvPr/>
        </p:nvSpPr>
        <p:spPr>
          <a:xfrm>
            <a:off x="548640" y="329184"/>
            <a:ext cx="8686800" cy="640080"/>
          </a:xfrm>
          <a:prstGeom prst="rect">
            <a:avLst/>
          </a:prstGeom>
          <a:noFill/>
        </p:spPr>
        <p:txBody>
          <a:bodyPr wrap="square" lIns="0" tIns="0" rIns="0" bIns="0" anchor="t">
            <a:spAutoFit/>
          </a:bodyPr>
          <a:lstStyle/>
          <a:p>
            <a:pPr algn="l"/>
            <a:r>
              <a:rPr sz="2600" b="1" i="0">
                <a:solidFill>
                  <a:srgbClr val="FFFFFF"/>
                </a:solidFill>
                <a:latin typeface="Segoe UI"/>
              </a:rPr>
              <a:t>Key Findings</a:t>
            </a:r>
          </a:p>
        </p:txBody>
      </p:sp>
      <p:sp>
        <p:nvSpPr>
          <p:cNvPr id="6" name="KickerLine2"/>
          <p:cNvSpPr/>
          <p:nvPr/>
        </p:nvSpPr>
        <p:spPr>
          <a:xfrm>
            <a:off x="0" y="1188720"/>
            <a:ext cx="12191695" cy="45720"/>
          </a:xfrm>
          <a:prstGeom prst="rect">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Sev_1.78"/>
          <p:cNvSpPr/>
          <p:nvPr/>
        </p:nvSpPr>
        <p:spPr>
          <a:xfrm>
            <a:off x="763524" y="1751076"/>
            <a:ext cx="941832" cy="274320"/>
          </a:xfrm>
          <a:prstGeom prst="roundRect">
            <a:avLst>
              <a:gd name="adj" fmla="val 50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Sev_1.78_txt"/>
          <p:cNvSpPr txBox="1"/>
          <p:nvPr/>
        </p:nvSpPr>
        <p:spPr>
          <a:xfrm>
            <a:off x="763524" y="1751076"/>
            <a:ext cx="941832" cy="274320"/>
          </a:xfrm>
          <a:prstGeom prst="rect">
            <a:avLst/>
          </a:prstGeom>
          <a:noFill/>
        </p:spPr>
        <p:txBody>
          <a:bodyPr wrap="square" lIns="0" tIns="0" rIns="0" bIns="0" anchor="ctr">
            <a:spAutoFit/>
          </a:bodyPr>
          <a:lstStyle/>
          <a:p>
            <a:pPr algn="ctr"/>
            <a:r>
              <a:rPr sz="1000" b="1" i="0">
                <a:solidFill>
                  <a:srgbClr val="FFFFFF"/>
                </a:solidFill>
                <a:latin typeface="Segoe UI"/>
              </a:rPr>
              <a:t>CRITICAL</a:t>
            </a:r>
          </a:p>
        </p:txBody>
      </p:sp>
      <p:sp>
        <p:nvSpPr>
          <p:cNvPr id="9" name="FindTitle_1.78"/>
          <p:cNvSpPr txBox="1"/>
          <p:nvPr/>
        </p:nvSpPr>
        <p:spPr>
          <a:xfrm>
            <a:off x="1965960" y="1572768"/>
            <a:ext cx="8961120" cy="365760"/>
          </a:xfrm>
          <a:prstGeom prst="rect">
            <a:avLst/>
          </a:prstGeom>
          <a:noFill/>
        </p:spPr>
        <p:txBody>
          <a:bodyPr wrap="square" lIns="0" tIns="0" rIns="0" bIns="0" anchor="t">
            <a:spAutoFit/>
          </a:bodyPr>
          <a:lstStyle/>
          <a:p>
            <a:pPr algn="l"/>
            <a:r>
              <a:rPr sz="1500" b="1" i="0">
                <a:solidFill>
                  <a:srgbClr val="27247B"/>
                </a:solidFill>
                <a:latin typeface="Segoe UI"/>
              </a:rPr>
              <a:t>Secrets Committed to Git</a:t>
            </a:r>
          </a:p>
        </p:txBody>
      </p:sp>
      <p:sp>
        <p:nvSpPr>
          <p:cNvPr id="10" name="FindDesc_1.78"/>
          <p:cNvSpPr txBox="1"/>
          <p:nvPr/>
        </p:nvSpPr>
        <p:spPr>
          <a:xfrm>
            <a:off x="1965960" y="1956816"/>
            <a:ext cx="9509760" cy="365760"/>
          </a:xfrm>
          <a:prstGeom prst="rect">
            <a:avLst/>
          </a:prstGeom>
          <a:noFill/>
        </p:spPr>
        <p:txBody>
          <a:bodyPr wrap="square" lIns="0" tIns="0" rIns="0" bIns="0" anchor="t">
            <a:spAutoFit/>
          </a:bodyPr>
          <a:lstStyle/>
          <a:p>
            <a:pPr algn="l"/>
            <a:r>
              <a:rPr sz="1150" b="0" i="0">
                <a:solidFill>
                  <a:srgbClr val="858796"/>
                </a:solidFill>
                <a:latin typeface="Segoe UI"/>
              </a:rPr>
              <a:t>.env with live DB, session &amp; Cloudinary credentials is tracked in git history, in both repos, with no .</a:t>
            </a:r>
            <a:r>
              <a:rPr sz="1150" b="0" i="0" err="1">
                <a:solidFill>
                  <a:srgbClr val="858796"/>
                </a:solidFill>
                <a:latin typeface="Segoe UI"/>
              </a:rPr>
              <a:t>gitignore</a:t>
            </a:r>
            <a:r>
              <a:rPr sz="1150" b="0" i="0">
                <a:solidFill>
                  <a:srgbClr val="858796"/>
                </a:solidFill>
                <a:latin typeface="Segoe UI"/>
              </a:rPr>
              <a:t>.</a:t>
            </a:r>
          </a:p>
        </p:txBody>
      </p:sp>
      <p:sp>
        <p:nvSpPr>
          <p:cNvPr id="11" name="Sev_2.88"/>
          <p:cNvSpPr/>
          <p:nvPr/>
        </p:nvSpPr>
        <p:spPr>
          <a:xfrm>
            <a:off x="1165860" y="2756916"/>
            <a:ext cx="539496" cy="274320"/>
          </a:xfrm>
          <a:prstGeom prst="roundRect">
            <a:avLst>
              <a:gd name="adj" fmla="val 50000"/>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Sev_2.88_txt"/>
          <p:cNvSpPr txBox="1"/>
          <p:nvPr/>
        </p:nvSpPr>
        <p:spPr>
          <a:xfrm>
            <a:off x="1165860" y="2756916"/>
            <a:ext cx="539496" cy="274320"/>
          </a:xfrm>
          <a:prstGeom prst="rect">
            <a:avLst/>
          </a:prstGeom>
          <a:noFill/>
        </p:spPr>
        <p:txBody>
          <a:bodyPr wrap="square" lIns="0" tIns="0" rIns="0" bIns="0" anchor="ctr">
            <a:spAutoFit/>
          </a:bodyPr>
          <a:lstStyle/>
          <a:p>
            <a:pPr algn="ctr"/>
            <a:r>
              <a:rPr sz="1000" b="1" i="0">
                <a:solidFill>
                  <a:srgbClr val="FFFFFF"/>
                </a:solidFill>
                <a:latin typeface="Segoe UI"/>
              </a:rPr>
              <a:t>HIGH</a:t>
            </a:r>
          </a:p>
        </p:txBody>
      </p:sp>
      <p:sp>
        <p:nvSpPr>
          <p:cNvPr id="13" name="FindTitle_2.88"/>
          <p:cNvSpPr txBox="1"/>
          <p:nvPr/>
        </p:nvSpPr>
        <p:spPr>
          <a:xfrm>
            <a:off x="1965960" y="2578608"/>
            <a:ext cx="8961120" cy="365760"/>
          </a:xfrm>
          <a:prstGeom prst="rect">
            <a:avLst/>
          </a:prstGeom>
          <a:noFill/>
        </p:spPr>
        <p:txBody>
          <a:bodyPr wrap="square" lIns="0" tIns="0" rIns="0" bIns="0" anchor="t">
            <a:spAutoFit/>
          </a:bodyPr>
          <a:lstStyle/>
          <a:p>
            <a:pPr algn="l"/>
            <a:r>
              <a:rPr sz="1500" b="1" i="0">
                <a:solidFill>
                  <a:srgbClr val="27247B"/>
                </a:solidFill>
                <a:latin typeface="Segoe UI"/>
              </a:rPr>
              <a:t>Password Hash Exposed Client-Side</a:t>
            </a:r>
          </a:p>
        </p:txBody>
      </p:sp>
      <p:sp>
        <p:nvSpPr>
          <p:cNvPr id="14" name="FindDesc_2.88"/>
          <p:cNvSpPr txBox="1"/>
          <p:nvPr/>
        </p:nvSpPr>
        <p:spPr>
          <a:xfrm>
            <a:off x="1965960" y="2962656"/>
            <a:ext cx="9509760" cy="365760"/>
          </a:xfrm>
          <a:prstGeom prst="rect">
            <a:avLst/>
          </a:prstGeom>
          <a:noFill/>
        </p:spPr>
        <p:txBody>
          <a:bodyPr wrap="square" lIns="0" tIns="0" rIns="0" bIns="0" anchor="t">
            <a:spAutoFit/>
          </a:bodyPr>
          <a:lstStyle/>
          <a:p>
            <a:pPr algn="l"/>
            <a:r>
              <a:rPr sz="1150" b="0" i="0">
                <a:solidFill>
                  <a:srgbClr val="858796"/>
                </a:solidFill>
                <a:latin typeface="Segoe UI"/>
              </a:rPr>
              <a:t>cookie-session stores the full admin record — including the bcrypt hash — inside a signed but unencrypted cookie.</a:t>
            </a:r>
          </a:p>
        </p:txBody>
      </p:sp>
      <p:sp>
        <p:nvSpPr>
          <p:cNvPr id="15" name="Sev_3.98"/>
          <p:cNvSpPr/>
          <p:nvPr/>
        </p:nvSpPr>
        <p:spPr>
          <a:xfrm>
            <a:off x="1171956" y="3762756"/>
            <a:ext cx="539496" cy="274320"/>
          </a:xfrm>
          <a:prstGeom prst="roundRect">
            <a:avLst>
              <a:gd name="adj" fmla="val 50000"/>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Sev_3.98_txt"/>
          <p:cNvSpPr txBox="1"/>
          <p:nvPr/>
        </p:nvSpPr>
        <p:spPr>
          <a:xfrm>
            <a:off x="1171956" y="3762756"/>
            <a:ext cx="539496" cy="274320"/>
          </a:xfrm>
          <a:prstGeom prst="rect">
            <a:avLst/>
          </a:prstGeom>
          <a:noFill/>
        </p:spPr>
        <p:txBody>
          <a:bodyPr wrap="square" lIns="0" tIns="0" rIns="0" bIns="0" anchor="ctr">
            <a:spAutoFit/>
          </a:bodyPr>
          <a:lstStyle/>
          <a:p>
            <a:pPr algn="ctr"/>
            <a:r>
              <a:rPr sz="1000" b="1" i="0">
                <a:solidFill>
                  <a:srgbClr val="FFFFFF"/>
                </a:solidFill>
                <a:latin typeface="Segoe UI"/>
              </a:rPr>
              <a:t>HIGH</a:t>
            </a:r>
          </a:p>
        </p:txBody>
      </p:sp>
      <p:sp>
        <p:nvSpPr>
          <p:cNvPr id="17" name="FindTitle_3.98"/>
          <p:cNvSpPr txBox="1"/>
          <p:nvPr/>
        </p:nvSpPr>
        <p:spPr>
          <a:xfrm>
            <a:off x="1965960" y="3584448"/>
            <a:ext cx="8961120" cy="365760"/>
          </a:xfrm>
          <a:prstGeom prst="rect">
            <a:avLst/>
          </a:prstGeom>
          <a:noFill/>
        </p:spPr>
        <p:txBody>
          <a:bodyPr wrap="square" lIns="0" tIns="0" rIns="0" bIns="0" anchor="t">
            <a:spAutoFit/>
          </a:bodyPr>
          <a:lstStyle/>
          <a:p>
            <a:pPr algn="l"/>
            <a:r>
              <a:rPr sz="1500" b="1" i="0">
                <a:solidFill>
                  <a:srgbClr val="27247B"/>
                </a:solidFill>
                <a:latin typeface="Segoe UI"/>
              </a:rPr>
              <a:t>Vulnerable Dependencies</a:t>
            </a:r>
          </a:p>
        </p:txBody>
      </p:sp>
      <p:sp>
        <p:nvSpPr>
          <p:cNvPr id="18" name="FindDesc_3.98"/>
          <p:cNvSpPr txBox="1"/>
          <p:nvPr/>
        </p:nvSpPr>
        <p:spPr>
          <a:xfrm>
            <a:off x="1965960" y="3968496"/>
            <a:ext cx="9509760" cy="365760"/>
          </a:xfrm>
          <a:prstGeom prst="rect">
            <a:avLst/>
          </a:prstGeom>
          <a:noFill/>
        </p:spPr>
        <p:txBody>
          <a:bodyPr wrap="square" lIns="0" tIns="0" rIns="0" bIns="0" anchor="t">
            <a:spAutoFit/>
          </a:bodyPr>
          <a:lstStyle/>
          <a:p>
            <a:pPr algn="l"/>
            <a:r>
              <a:rPr sz="1150" b="0" i="0">
                <a:solidFill>
                  <a:srgbClr val="858796"/>
                </a:solidFill>
                <a:latin typeface="Segoe UI"/>
              </a:rPr>
              <a:t>npm audit flags 4 CVEs: a Cloudinary SDK argument-injection bug and two Multer DoS issues, in both repos.</a:t>
            </a:r>
          </a:p>
        </p:txBody>
      </p:sp>
      <p:sp>
        <p:nvSpPr>
          <p:cNvPr id="19" name="Sev_5.08"/>
          <p:cNvSpPr/>
          <p:nvPr/>
        </p:nvSpPr>
        <p:spPr>
          <a:xfrm>
            <a:off x="970788" y="4768596"/>
            <a:ext cx="740664" cy="274320"/>
          </a:xfrm>
          <a:prstGeom prst="roundRect">
            <a:avLst>
              <a:gd name="adj" fmla="val 50000"/>
            </a:avLst>
          </a:prstGeom>
          <a:solidFill>
            <a:srgbClr val="4E7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Sev_5.08_txt"/>
          <p:cNvSpPr txBox="1"/>
          <p:nvPr/>
        </p:nvSpPr>
        <p:spPr>
          <a:xfrm>
            <a:off x="970788" y="4768596"/>
            <a:ext cx="740664" cy="274320"/>
          </a:xfrm>
          <a:prstGeom prst="rect">
            <a:avLst/>
          </a:prstGeom>
          <a:noFill/>
        </p:spPr>
        <p:txBody>
          <a:bodyPr wrap="square" lIns="0" tIns="0" rIns="0" bIns="0" anchor="ctr">
            <a:spAutoFit/>
          </a:bodyPr>
          <a:lstStyle/>
          <a:p>
            <a:pPr algn="ctr"/>
            <a:r>
              <a:rPr sz="1000" b="1" i="0">
                <a:solidFill>
                  <a:srgbClr val="FFFFFF"/>
                </a:solidFill>
                <a:latin typeface="Segoe UI"/>
              </a:rPr>
              <a:t>MEDIUM</a:t>
            </a:r>
          </a:p>
        </p:txBody>
      </p:sp>
      <p:sp>
        <p:nvSpPr>
          <p:cNvPr id="21" name="FindTitle_5.08"/>
          <p:cNvSpPr txBox="1"/>
          <p:nvPr/>
        </p:nvSpPr>
        <p:spPr>
          <a:xfrm>
            <a:off x="1965960" y="4590288"/>
            <a:ext cx="8961120" cy="365760"/>
          </a:xfrm>
          <a:prstGeom prst="rect">
            <a:avLst/>
          </a:prstGeom>
          <a:noFill/>
        </p:spPr>
        <p:txBody>
          <a:bodyPr wrap="square" lIns="0" tIns="0" rIns="0" bIns="0" anchor="t">
            <a:spAutoFit/>
          </a:bodyPr>
          <a:lstStyle/>
          <a:p>
            <a:pPr algn="l"/>
            <a:r>
              <a:rPr sz="1500" b="1" i="0">
                <a:solidFill>
                  <a:srgbClr val="27247B"/>
                </a:solidFill>
                <a:latin typeface="Segoe UI"/>
              </a:rPr>
              <a:t>No Login Rate Limiting</a:t>
            </a:r>
          </a:p>
        </p:txBody>
      </p:sp>
      <p:sp>
        <p:nvSpPr>
          <p:cNvPr id="22" name="FindDesc_5.08"/>
          <p:cNvSpPr txBox="1"/>
          <p:nvPr/>
        </p:nvSpPr>
        <p:spPr>
          <a:xfrm>
            <a:off x="1965960" y="4974336"/>
            <a:ext cx="9509760" cy="365760"/>
          </a:xfrm>
          <a:prstGeom prst="rect">
            <a:avLst/>
          </a:prstGeom>
          <a:noFill/>
        </p:spPr>
        <p:txBody>
          <a:bodyPr wrap="square" lIns="0" tIns="0" rIns="0" bIns="0" anchor="t">
            <a:spAutoFit/>
          </a:bodyPr>
          <a:lstStyle/>
          <a:p>
            <a:pPr algn="l"/>
            <a:r>
              <a:rPr sz="1150" b="0" i="0">
                <a:solidFill>
                  <a:srgbClr val="858796"/>
                </a:solidFill>
                <a:latin typeface="Segoe UI"/>
              </a:rPr>
              <a:t>/login accepts unlimited attempts with no lockout, throttling, or CAPTCHA — brute-forceable.</a:t>
            </a:r>
          </a:p>
        </p:txBody>
      </p:sp>
      <p:sp>
        <p:nvSpPr>
          <p:cNvPr id="23" name="LogoBadge"/>
          <p:cNvSpPr/>
          <p:nvPr/>
        </p:nvSpPr>
        <p:spPr>
          <a:xfrm>
            <a:off x="457200" y="5989320"/>
            <a:ext cx="777240" cy="7772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4" name="Logo" descr="main_logo.png"/>
          <p:cNvPicPr>
            <a:picLocks noChangeAspect="1"/>
          </p:cNvPicPr>
          <p:nvPr/>
        </p:nvPicPr>
        <p:blipFill>
          <a:blip r:embed="rId3"/>
          <a:stretch>
            <a:fillRect/>
          </a:stretch>
        </p:blipFill>
        <p:spPr>
          <a:xfrm>
            <a:off x="580644" y="6112764"/>
            <a:ext cx="548640" cy="548640"/>
          </a:xfrm>
          <a:prstGeom prst="rect">
            <a:avLst/>
          </a:prstGeom>
        </p:spPr>
      </p:pic>
      <p:sp>
        <p:nvSpPr>
          <p:cNvPr id="25" name="PageNum"/>
          <p:cNvSpPr txBox="1"/>
          <p:nvPr/>
        </p:nvSpPr>
        <p:spPr>
          <a:xfrm>
            <a:off x="11292840" y="6263640"/>
            <a:ext cx="640080" cy="365760"/>
          </a:xfrm>
          <a:prstGeom prst="rect">
            <a:avLst/>
          </a:prstGeom>
          <a:noFill/>
        </p:spPr>
        <p:txBody>
          <a:bodyPr wrap="square" lIns="0" tIns="0" rIns="0" bIns="0" anchor="t">
            <a:spAutoFit/>
          </a:bodyPr>
          <a:lstStyle/>
          <a:p>
            <a:pPr algn="r"/>
            <a:r>
              <a:rPr sz="1300" b="1" i="0">
                <a:solidFill>
                  <a:srgbClr val="27247B"/>
                </a:solidFill>
                <a:latin typeface="Segoe UI"/>
              </a:rPr>
              <a:t>13</a:t>
            </a:r>
          </a:p>
        </p:txBody>
      </p:sp>
      <p:sp>
        <p:nvSpPr>
          <p:cNvPr id="27" name="StepNum_0">
            <a:extLst>
              <a:ext uri="{FF2B5EF4-FFF2-40B4-BE49-F238E27FC236}">
                <a16:creationId xmlns:a16="http://schemas.microsoft.com/office/drawing/2014/main" id="{D0149D8A-2C7E-923A-8DED-2053935F63B2}"/>
              </a:ext>
            </a:extLst>
          </p:cNvPr>
          <p:cNvSpPr txBox="1"/>
          <p:nvPr/>
        </p:nvSpPr>
        <p:spPr>
          <a:xfrm>
            <a:off x="10886439" y="459488"/>
            <a:ext cx="640080" cy="276999"/>
          </a:xfrm>
          <a:prstGeom prst="rect">
            <a:avLst/>
          </a:prstGeom>
          <a:noFill/>
        </p:spPr>
        <p:txBody>
          <a:bodyPr wrap="square" lIns="0" tIns="0" rIns="0" bIns="0" anchor="ctr">
            <a:spAutoFit/>
          </a:bodyPr>
          <a:lstStyle/>
          <a:p>
            <a:pPr algn="ctr"/>
            <a:r>
              <a:rPr lang="en-US" b="1">
                <a:solidFill>
                  <a:srgbClr val="27247B"/>
                </a:solidFill>
                <a:latin typeface="Segoe UI"/>
              </a:rPr>
              <a:t>04</a:t>
            </a:r>
            <a:endParaRPr lang="en-US" sz="1800" b="1" i="0">
              <a:solidFill>
                <a:srgbClr val="27247B"/>
              </a:solidFill>
              <a:latin typeface="Segoe UI"/>
              <a:cs typeface="Segoe UI"/>
            </a:endParaRP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F7375C-14B7-6291-59A6-FD0B0C378C61}"/>
            </a:ext>
          </a:extLst>
        </p:cNvPr>
        <p:cNvGrpSpPr/>
        <p:nvPr/>
      </p:nvGrpSpPr>
      <p:grpSpPr>
        <a:xfrm>
          <a:off x="0" y="0"/>
          <a:ext cx="0" cy="0"/>
          <a:chOff x="0" y="0"/>
          <a:chExt cx="0" cy="0"/>
        </a:xfrm>
      </p:grpSpPr>
      <p:sp>
        <p:nvSpPr>
          <p:cNvPr id="2" name="BgFill">
            <a:extLst>
              <a:ext uri="{FF2B5EF4-FFF2-40B4-BE49-F238E27FC236}">
                <a16:creationId xmlns:a16="http://schemas.microsoft.com/office/drawing/2014/main" id="{F4EDE7E0-E778-3047-586B-AD75B698C863}"/>
              </a:ext>
            </a:extLst>
          </p:cNvPr>
          <p:cNvSpPr>
            <a:spLocks noGrp="1" noRot="1" noMove="1" noResize="1" noEditPoints="1" noAdjustHandles="1" noChangeArrowheads="1" noChangeShapeType="1"/>
          </p:cNvSpPr>
          <p:nvPr/>
        </p:nvSpPr>
        <p:spPr>
          <a:xfrm>
            <a:off x="0" y="0"/>
            <a:ext cx="12191695" cy="6858000"/>
          </a:xfrm>
          <a:prstGeom prst="rect">
            <a:avLst/>
          </a:prstGeom>
          <a:solidFill>
            <a:srgbClr val="F0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BrandBar">
            <a:extLst>
              <a:ext uri="{FF2B5EF4-FFF2-40B4-BE49-F238E27FC236}">
                <a16:creationId xmlns:a16="http://schemas.microsoft.com/office/drawing/2014/main" id="{8CD6F63A-B996-1DD7-14E5-1BBF834CB3D3}"/>
              </a:ext>
            </a:extLst>
          </p:cNvPr>
          <p:cNvSpPr/>
          <p:nvPr/>
        </p:nvSpPr>
        <p:spPr>
          <a:xfrm>
            <a:off x="0" y="0"/>
            <a:ext cx="12191695" cy="1188720"/>
          </a:xfrm>
          <a:prstGeom prst="rect">
            <a:avLst/>
          </a:prstGeom>
          <a:solidFill>
            <a:srgbClr val="272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AccentCircle">
            <a:extLst>
              <a:ext uri="{FF2B5EF4-FFF2-40B4-BE49-F238E27FC236}">
                <a16:creationId xmlns:a16="http://schemas.microsoft.com/office/drawing/2014/main" id="{765B9B6A-FCAF-4A3F-F7DC-1846946E5115}"/>
              </a:ext>
            </a:extLst>
          </p:cNvPr>
          <p:cNvSpPr/>
          <p:nvPr/>
        </p:nvSpPr>
        <p:spPr>
          <a:xfrm>
            <a:off x="10744200" y="137160"/>
            <a:ext cx="914400" cy="914400"/>
          </a:xfrm>
          <a:prstGeom prst="ellipse">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HeaderTitle">
            <a:extLst>
              <a:ext uri="{FF2B5EF4-FFF2-40B4-BE49-F238E27FC236}">
                <a16:creationId xmlns:a16="http://schemas.microsoft.com/office/drawing/2014/main" id="{9FBB1AF6-BEBA-4EE0-6D43-5868F886099C}"/>
              </a:ext>
            </a:extLst>
          </p:cNvPr>
          <p:cNvSpPr txBox="1"/>
          <p:nvPr/>
        </p:nvSpPr>
        <p:spPr>
          <a:xfrm>
            <a:off x="548640" y="329184"/>
            <a:ext cx="8686800" cy="400110"/>
          </a:xfrm>
          <a:prstGeom prst="rect">
            <a:avLst/>
          </a:prstGeom>
          <a:noFill/>
        </p:spPr>
        <p:txBody>
          <a:bodyPr wrap="square" lIns="0" tIns="0" rIns="0" bIns="0" anchor="t">
            <a:spAutoFit/>
          </a:bodyPr>
          <a:lstStyle/>
          <a:p>
            <a:pPr algn="l"/>
            <a:r>
              <a:rPr lang="en-US" sz="2600" b="1" i="0">
                <a:solidFill>
                  <a:srgbClr val="FFFFFF"/>
                </a:solidFill>
                <a:latin typeface="Segoe UI"/>
              </a:rPr>
              <a:t>Dependency Scan</a:t>
            </a:r>
            <a:endParaRPr sz="2600" b="1" i="0">
              <a:solidFill>
                <a:srgbClr val="FFFFFF"/>
              </a:solidFill>
              <a:latin typeface="Segoe UI"/>
            </a:endParaRPr>
          </a:p>
        </p:txBody>
      </p:sp>
      <p:sp>
        <p:nvSpPr>
          <p:cNvPr id="6" name="KickerLine2">
            <a:extLst>
              <a:ext uri="{FF2B5EF4-FFF2-40B4-BE49-F238E27FC236}">
                <a16:creationId xmlns:a16="http://schemas.microsoft.com/office/drawing/2014/main" id="{93F2E249-8CCA-7D65-71B0-1039B4C9E9AB}"/>
              </a:ext>
            </a:extLst>
          </p:cNvPr>
          <p:cNvSpPr/>
          <p:nvPr/>
        </p:nvSpPr>
        <p:spPr>
          <a:xfrm>
            <a:off x="0" y="1188720"/>
            <a:ext cx="12191695" cy="45720"/>
          </a:xfrm>
          <a:prstGeom prst="rect">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BodyHeading">
            <a:extLst>
              <a:ext uri="{FF2B5EF4-FFF2-40B4-BE49-F238E27FC236}">
                <a16:creationId xmlns:a16="http://schemas.microsoft.com/office/drawing/2014/main" id="{60B9036F-29E3-4207-0EAF-72C200C30471}"/>
              </a:ext>
            </a:extLst>
          </p:cNvPr>
          <p:cNvSpPr txBox="1"/>
          <p:nvPr/>
        </p:nvSpPr>
        <p:spPr>
          <a:xfrm>
            <a:off x="6035040" y="1828800"/>
            <a:ext cx="5577840" cy="307777"/>
          </a:xfrm>
          <a:prstGeom prst="rect">
            <a:avLst/>
          </a:prstGeom>
          <a:noFill/>
        </p:spPr>
        <p:txBody>
          <a:bodyPr wrap="square" lIns="0" tIns="0" rIns="0" bIns="0" anchor="t">
            <a:spAutoFit/>
          </a:bodyPr>
          <a:lstStyle/>
          <a:p>
            <a:pPr algn="l"/>
            <a:r>
              <a:rPr lang="en-US" sz="2000" b="1" i="0">
                <a:solidFill>
                  <a:srgbClr val="27247B"/>
                </a:solidFill>
                <a:latin typeface="Segoe UI"/>
              </a:rPr>
              <a:t>Vulnerable Dependencies</a:t>
            </a:r>
            <a:endParaRPr sz="2000" b="1" i="0">
              <a:solidFill>
                <a:srgbClr val="27247B"/>
              </a:solidFill>
              <a:latin typeface="Segoe UI"/>
            </a:endParaRPr>
          </a:p>
        </p:txBody>
      </p:sp>
      <p:sp>
        <p:nvSpPr>
          <p:cNvPr id="13" name="BodyPara">
            <a:extLst>
              <a:ext uri="{FF2B5EF4-FFF2-40B4-BE49-F238E27FC236}">
                <a16:creationId xmlns:a16="http://schemas.microsoft.com/office/drawing/2014/main" id="{E867557F-7891-E507-4ADE-2EBD4E1ECF2B}"/>
              </a:ext>
            </a:extLst>
          </p:cNvPr>
          <p:cNvSpPr txBox="1"/>
          <p:nvPr/>
        </p:nvSpPr>
        <p:spPr>
          <a:xfrm>
            <a:off x="6035040" y="2164273"/>
            <a:ext cx="5577840" cy="670440"/>
          </a:xfrm>
          <a:prstGeom prst="rect">
            <a:avLst/>
          </a:prstGeom>
          <a:noFill/>
        </p:spPr>
        <p:txBody>
          <a:bodyPr wrap="square" lIns="0" tIns="0" rIns="0" bIns="0" anchor="t">
            <a:spAutoFit/>
          </a:bodyPr>
          <a:lstStyle/>
          <a:p>
            <a:pPr>
              <a:lnSpc>
                <a:spcPct val="115000"/>
              </a:lnSpc>
            </a:pPr>
            <a:r>
              <a:rPr lang="en-US" sz="1300">
                <a:solidFill>
                  <a:srgbClr val="2D2D3A"/>
                </a:solidFill>
                <a:latin typeface="Segoe UI"/>
              </a:rPr>
              <a:t>A dependency scan of the codebase surfaced 4 known vulnerabilities across 3 packages, all with public advisories and fixes already available. 3 of which are rated </a:t>
            </a:r>
            <a:r>
              <a:rPr lang="en-US" sz="1300">
                <a:solidFill>
                  <a:srgbClr val="FF0000"/>
                </a:solidFill>
                <a:latin typeface="Segoe UI"/>
              </a:rPr>
              <a:t>High Severity.</a:t>
            </a:r>
            <a:r>
              <a:rPr lang="en-US" sz="1300">
                <a:solidFill>
                  <a:srgbClr val="2D2D3A"/>
                </a:solidFill>
                <a:latin typeface="Segoe UI"/>
              </a:rPr>
              <a:t> </a:t>
            </a:r>
            <a:endParaRPr lang="en-US" sz="1300" b="0" i="0">
              <a:solidFill>
                <a:srgbClr val="2D2D3A"/>
              </a:solidFill>
              <a:latin typeface="Segoe UI"/>
              <a:cs typeface="Segoe UI"/>
            </a:endParaRPr>
          </a:p>
        </p:txBody>
      </p:sp>
      <p:sp>
        <p:nvSpPr>
          <p:cNvPr id="14" name="MiniDot_4.25">
            <a:extLst>
              <a:ext uri="{FF2B5EF4-FFF2-40B4-BE49-F238E27FC236}">
                <a16:creationId xmlns:a16="http://schemas.microsoft.com/office/drawing/2014/main" id="{A951E3F0-1243-A868-3494-E49995B1BE39}"/>
              </a:ext>
            </a:extLst>
          </p:cNvPr>
          <p:cNvSpPr/>
          <p:nvPr/>
        </p:nvSpPr>
        <p:spPr>
          <a:xfrm>
            <a:off x="6035040" y="3200039"/>
            <a:ext cx="109728" cy="109728"/>
          </a:xfrm>
          <a:prstGeom prst="rect">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MiniTxt_4.25">
            <a:extLst>
              <a:ext uri="{FF2B5EF4-FFF2-40B4-BE49-F238E27FC236}">
                <a16:creationId xmlns:a16="http://schemas.microsoft.com/office/drawing/2014/main" id="{DCE412B2-1938-0239-793B-DE32A0D9A84C}"/>
              </a:ext>
            </a:extLst>
          </p:cNvPr>
          <p:cNvSpPr txBox="1"/>
          <p:nvPr/>
        </p:nvSpPr>
        <p:spPr>
          <a:xfrm>
            <a:off x="6284061" y="3154875"/>
            <a:ext cx="5120640" cy="200055"/>
          </a:xfrm>
          <a:prstGeom prst="rect">
            <a:avLst/>
          </a:prstGeom>
          <a:noFill/>
        </p:spPr>
        <p:txBody>
          <a:bodyPr wrap="square" lIns="0" tIns="0" rIns="0" bIns="0" anchor="t">
            <a:spAutoFit/>
          </a:bodyPr>
          <a:lstStyle/>
          <a:p>
            <a:r>
              <a:rPr lang="en-US" sz="1300">
                <a:solidFill>
                  <a:srgbClr val="2D2D3A"/>
                </a:solidFill>
                <a:latin typeface="Segoe UI"/>
              </a:rPr>
              <a:t>Multer – 2 denial-of-service issues </a:t>
            </a:r>
            <a:r>
              <a:rPr lang="en-US" sz="1300">
                <a:solidFill>
                  <a:srgbClr val="FF0000"/>
                </a:solidFill>
                <a:latin typeface="Segoe UI"/>
              </a:rPr>
              <a:t>(High Severity)</a:t>
            </a:r>
            <a:endParaRPr lang="en-US">
              <a:solidFill>
                <a:srgbClr val="FF0000"/>
              </a:solidFill>
              <a:ea typeface="Calibri"/>
              <a:cs typeface="Calibri"/>
            </a:endParaRPr>
          </a:p>
        </p:txBody>
      </p:sp>
      <p:sp>
        <p:nvSpPr>
          <p:cNvPr id="16" name="MiniDot_4.8">
            <a:extLst>
              <a:ext uri="{FF2B5EF4-FFF2-40B4-BE49-F238E27FC236}">
                <a16:creationId xmlns:a16="http://schemas.microsoft.com/office/drawing/2014/main" id="{AF001DAF-BF70-5CC1-A665-90BD5E30BE5E}"/>
              </a:ext>
            </a:extLst>
          </p:cNvPr>
          <p:cNvSpPr/>
          <p:nvPr/>
        </p:nvSpPr>
        <p:spPr>
          <a:xfrm>
            <a:off x="6035040" y="3702959"/>
            <a:ext cx="109728" cy="109728"/>
          </a:xfrm>
          <a:prstGeom prst="rect">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MiniTxt_4.8">
            <a:extLst>
              <a:ext uri="{FF2B5EF4-FFF2-40B4-BE49-F238E27FC236}">
                <a16:creationId xmlns:a16="http://schemas.microsoft.com/office/drawing/2014/main" id="{8C086A90-9F1D-FC14-9382-6910AFA909D8}"/>
              </a:ext>
            </a:extLst>
          </p:cNvPr>
          <p:cNvSpPr txBox="1"/>
          <p:nvPr/>
        </p:nvSpPr>
        <p:spPr>
          <a:xfrm>
            <a:off x="6284061" y="3659337"/>
            <a:ext cx="5768340" cy="200055"/>
          </a:xfrm>
          <a:prstGeom prst="rect">
            <a:avLst/>
          </a:prstGeom>
          <a:noFill/>
        </p:spPr>
        <p:txBody>
          <a:bodyPr wrap="square" lIns="0" tIns="0" rIns="0" bIns="0" anchor="t">
            <a:spAutoFit/>
          </a:bodyPr>
          <a:lstStyle/>
          <a:p>
            <a:r>
              <a:rPr lang="en-US" sz="1300">
                <a:solidFill>
                  <a:srgbClr val="2D2D3A"/>
                </a:solidFill>
                <a:latin typeface="Segoe UI"/>
              </a:rPr>
              <a:t>Cloudinary – Argument injection through unsanitized uploads </a:t>
            </a:r>
            <a:r>
              <a:rPr lang="en-US" sz="1300">
                <a:solidFill>
                  <a:srgbClr val="FF0000"/>
                </a:solidFill>
                <a:latin typeface="Segoe UI"/>
              </a:rPr>
              <a:t>(High Severity)   </a:t>
            </a:r>
            <a:endParaRPr lang="en-US">
              <a:solidFill>
                <a:srgbClr val="FF0000"/>
              </a:solidFill>
            </a:endParaRPr>
          </a:p>
        </p:txBody>
      </p:sp>
      <p:sp>
        <p:nvSpPr>
          <p:cNvPr id="18" name="MiniDot_5.35">
            <a:extLst>
              <a:ext uri="{FF2B5EF4-FFF2-40B4-BE49-F238E27FC236}">
                <a16:creationId xmlns:a16="http://schemas.microsoft.com/office/drawing/2014/main" id="{3466F31C-9CEE-6F31-F85A-7431564F665E}"/>
              </a:ext>
            </a:extLst>
          </p:cNvPr>
          <p:cNvSpPr/>
          <p:nvPr/>
        </p:nvSpPr>
        <p:spPr>
          <a:xfrm>
            <a:off x="6035040" y="4205879"/>
            <a:ext cx="109728" cy="109728"/>
          </a:xfrm>
          <a:prstGeom prst="rect">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MiniTxt_5.35">
            <a:extLst>
              <a:ext uri="{FF2B5EF4-FFF2-40B4-BE49-F238E27FC236}">
                <a16:creationId xmlns:a16="http://schemas.microsoft.com/office/drawing/2014/main" id="{E05FEFD1-22DD-C81D-01AD-5B373D0C48DE}"/>
              </a:ext>
            </a:extLst>
          </p:cNvPr>
          <p:cNvSpPr txBox="1"/>
          <p:nvPr/>
        </p:nvSpPr>
        <p:spPr>
          <a:xfrm>
            <a:off x="6284061" y="4163799"/>
            <a:ext cx="5120640" cy="200055"/>
          </a:xfrm>
          <a:prstGeom prst="rect">
            <a:avLst/>
          </a:prstGeom>
          <a:noFill/>
        </p:spPr>
        <p:txBody>
          <a:bodyPr wrap="square" lIns="0" tIns="0" rIns="0" bIns="0" anchor="t">
            <a:spAutoFit/>
          </a:bodyPr>
          <a:lstStyle/>
          <a:p>
            <a:pPr algn="l"/>
            <a:r>
              <a:rPr lang="en-US" sz="1300" b="0" i="0">
                <a:solidFill>
                  <a:srgbClr val="2D2D3A"/>
                </a:solidFill>
                <a:latin typeface="Segoe UI"/>
              </a:rPr>
              <a:t>Body-parser – Denial-of-service issue </a:t>
            </a:r>
            <a:r>
              <a:rPr lang="en-US" sz="1300" b="0" i="0">
                <a:solidFill>
                  <a:schemeClr val="accent6">
                    <a:lumMod val="75000"/>
                  </a:schemeClr>
                </a:solidFill>
                <a:latin typeface="Segoe UI"/>
              </a:rPr>
              <a:t>(Low)</a:t>
            </a:r>
            <a:endParaRPr sz="1300" b="0" i="0">
              <a:solidFill>
                <a:schemeClr val="accent6">
                  <a:lumMod val="75000"/>
                </a:schemeClr>
              </a:solidFill>
              <a:latin typeface="Segoe UI"/>
            </a:endParaRPr>
          </a:p>
        </p:txBody>
      </p:sp>
      <p:sp>
        <p:nvSpPr>
          <p:cNvPr id="20" name="LogoBadge">
            <a:extLst>
              <a:ext uri="{FF2B5EF4-FFF2-40B4-BE49-F238E27FC236}">
                <a16:creationId xmlns:a16="http://schemas.microsoft.com/office/drawing/2014/main" id="{69EACD9A-2B97-2ECB-028F-B7CEDAEF4CD7}"/>
              </a:ext>
            </a:extLst>
          </p:cNvPr>
          <p:cNvSpPr/>
          <p:nvPr/>
        </p:nvSpPr>
        <p:spPr>
          <a:xfrm>
            <a:off x="457200" y="5989320"/>
            <a:ext cx="777240" cy="7772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1" name="Logo" descr="main_logo.png">
            <a:extLst>
              <a:ext uri="{FF2B5EF4-FFF2-40B4-BE49-F238E27FC236}">
                <a16:creationId xmlns:a16="http://schemas.microsoft.com/office/drawing/2014/main" id="{7DD8E940-C2F6-D4B9-B07A-3AF8391004DB}"/>
              </a:ext>
            </a:extLst>
          </p:cNvPr>
          <p:cNvPicPr>
            <a:picLocks noChangeAspect="1"/>
          </p:cNvPicPr>
          <p:nvPr/>
        </p:nvPicPr>
        <p:blipFill>
          <a:blip r:embed="rId3"/>
          <a:stretch>
            <a:fillRect/>
          </a:stretch>
        </p:blipFill>
        <p:spPr>
          <a:xfrm>
            <a:off x="580644" y="6112764"/>
            <a:ext cx="548640" cy="548640"/>
          </a:xfrm>
          <a:prstGeom prst="rect">
            <a:avLst/>
          </a:prstGeom>
        </p:spPr>
      </p:pic>
      <p:sp>
        <p:nvSpPr>
          <p:cNvPr id="22" name="PageNum">
            <a:extLst>
              <a:ext uri="{FF2B5EF4-FFF2-40B4-BE49-F238E27FC236}">
                <a16:creationId xmlns:a16="http://schemas.microsoft.com/office/drawing/2014/main" id="{7DD5D596-298B-9690-AB6C-275A0603975D}"/>
              </a:ext>
            </a:extLst>
          </p:cNvPr>
          <p:cNvSpPr txBox="1"/>
          <p:nvPr/>
        </p:nvSpPr>
        <p:spPr>
          <a:xfrm>
            <a:off x="11292840" y="6263640"/>
            <a:ext cx="640080" cy="365760"/>
          </a:xfrm>
          <a:prstGeom prst="rect">
            <a:avLst/>
          </a:prstGeom>
          <a:noFill/>
        </p:spPr>
        <p:txBody>
          <a:bodyPr wrap="square" lIns="0" tIns="0" rIns="0" bIns="0" anchor="t">
            <a:spAutoFit/>
          </a:bodyPr>
          <a:lstStyle/>
          <a:p>
            <a:pPr algn="r"/>
            <a:r>
              <a:rPr sz="1300" b="1" i="0">
                <a:solidFill>
                  <a:srgbClr val="27247B"/>
                </a:solidFill>
                <a:latin typeface="Segoe UI"/>
              </a:rPr>
              <a:t>06</a:t>
            </a:r>
          </a:p>
        </p:txBody>
      </p:sp>
      <p:sp>
        <p:nvSpPr>
          <p:cNvPr id="11" name="ImagePlaceholder">
            <a:extLst>
              <a:ext uri="{FF2B5EF4-FFF2-40B4-BE49-F238E27FC236}">
                <a16:creationId xmlns:a16="http://schemas.microsoft.com/office/drawing/2014/main" id="{E60C0303-11B8-5D45-9F7D-13E5A44518D5}"/>
              </a:ext>
            </a:extLst>
          </p:cNvPr>
          <p:cNvSpPr/>
          <p:nvPr/>
        </p:nvSpPr>
        <p:spPr>
          <a:xfrm>
            <a:off x="548640" y="1783080"/>
            <a:ext cx="5212080" cy="4114800"/>
          </a:xfrm>
          <a:prstGeom prst="roundRect">
            <a:avLst>
              <a:gd name="adj" fmla="val 4000"/>
            </a:avLst>
          </a:prstGeom>
          <a:blipFill>
            <a:blip r:embed="rId4"/>
            <a:stretch>
              <a:fillRect/>
            </a:stretch>
          </a:blip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BodyHeading">
            <a:extLst>
              <a:ext uri="{FF2B5EF4-FFF2-40B4-BE49-F238E27FC236}">
                <a16:creationId xmlns:a16="http://schemas.microsoft.com/office/drawing/2014/main" id="{0064EE80-291D-7684-C8B5-8EF07B54CACD}"/>
              </a:ext>
            </a:extLst>
          </p:cNvPr>
          <p:cNvSpPr txBox="1"/>
          <p:nvPr/>
        </p:nvSpPr>
        <p:spPr>
          <a:xfrm>
            <a:off x="6089904" y="4774589"/>
            <a:ext cx="5577840" cy="307777"/>
          </a:xfrm>
          <a:prstGeom prst="rect">
            <a:avLst/>
          </a:prstGeom>
          <a:noFill/>
        </p:spPr>
        <p:txBody>
          <a:bodyPr wrap="square" lIns="0" tIns="0" rIns="0" bIns="0" anchor="t">
            <a:spAutoFit/>
          </a:bodyPr>
          <a:lstStyle/>
          <a:p>
            <a:pPr algn="l"/>
            <a:r>
              <a:rPr lang="en-US" sz="2000" b="1" i="0">
                <a:solidFill>
                  <a:srgbClr val="27247B"/>
                </a:solidFill>
                <a:latin typeface="Segoe UI"/>
              </a:rPr>
              <a:t>The Fix</a:t>
            </a:r>
            <a:endParaRPr sz="2000" b="1" i="0">
              <a:solidFill>
                <a:srgbClr val="27247B"/>
              </a:solidFill>
              <a:latin typeface="Segoe UI"/>
            </a:endParaRPr>
          </a:p>
        </p:txBody>
      </p:sp>
      <p:sp>
        <p:nvSpPr>
          <p:cNvPr id="26" name="BodyPara">
            <a:extLst>
              <a:ext uri="{FF2B5EF4-FFF2-40B4-BE49-F238E27FC236}">
                <a16:creationId xmlns:a16="http://schemas.microsoft.com/office/drawing/2014/main" id="{6F65E0D6-467C-3F75-380E-7DE9EAEB9E0F}"/>
              </a:ext>
            </a:extLst>
          </p:cNvPr>
          <p:cNvSpPr txBox="1"/>
          <p:nvPr/>
        </p:nvSpPr>
        <p:spPr>
          <a:xfrm>
            <a:off x="6089904" y="5112942"/>
            <a:ext cx="5577840" cy="210314"/>
          </a:xfrm>
          <a:prstGeom prst="rect">
            <a:avLst/>
          </a:prstGeom>
          <a:noFill/>
        </p:spPr>
        <p:txBody>
          <a:bodyPr wrap="square" lIns="0" tIns="0" rIns="0" bIns="0" anchor="t">
            <a:spAutoFit/>
          </a:bodyPr>
          <a:lstStyle/>
          <a:p>
            <a:pPr>
              <a:lnSpc>
                <a:spcPct val="115000"/>
              </a:lnSpc>
            </a:pPr>
            <a:r>
              <a:rPr lang="en-US" sz="1300">
                <a:solidFill>
                  <a:srgbClr val="2D2D3A"/>
                </a:solidFill>
                <a:latin typeface="Segoe UI"/>
              </a:rPr>
              <a:t>Used “npm audit fix --force”. Verified Working</a:t>
            </a:r>
            <a:endParaRPr lang="en-US" sz="1300" b="0" i="0">
              <a:solidFill>
                <a:srgbClr val="2D2D3A"/>
              </a:solidFill>
              <a:latin typeface="Segoe UI"/>
              <a:cs typeface="Segoe UI"/>
            </a:endParaRPr>
          </a:p>
        </p:txBody>
      </p:sp>
      <p:sp>
        <p:nvSpPr>
          <p:cNvPr id="28" name="StepNum_0">
            <a:extLst>
              <a:ext uri="{FF2B5EF4-FFF2-40B4-BE49-F238E27FC236}">
                <a16:creationId xmlns:a16="http://schemas.microsoft.com/office/drawing/2014/main" id="{A0E9F1B9-007B-460C-3CC3-59B45FE81A56}"/>
              </a:ext>
            </a:extLst>
          </p:cNvPr>
          <p:cNvSpPr txBox="1"/>
          <p:nvPr/>
        </p:nvSpPr>
        <p:spPr>
          <a:xfrm>
            <a:off x="10886439" y="459488"/>
            <a:ext cx="640080" cy="276999"/>
          </a:xfrm>
          <a:prstGeom prst="rect">
            <a:avLst/>
          </a:prstGeom>
          <a:noFill/>
        </p:spPr>
        <p:txBody>
          <a:bodyPr wrap="square" lIns="0" tIns="0" rIns="0" bIns="0" anchor="ctr">
            <a:spAutoFit/>
          </a:bodyPr>
          <a:lstStyle/>
          <a:p>
            <a:pPr algn="ctr"/>
            <a:r>
              <a:rPr lang="en-US" b="1">
                <a:solidFill>
                  <a:srgbClr val="27247B"/>
                </a:solidFill>
                <a:latin typeface="Segoe UI"/>
              </a:rPr>
              <a:t>04</a:t>
            </a:r>
            <a:endParaRPr lang="en-US" sz="1800" b="1" i="0">
              <a:solidFill>
                <a:srgbClr val="27247B"/>
              </a:solidFill>
              <a:latin typeface="Segoe UI"/>
              <a:cs typeface="Segoe UI"/>
            </a:endParaRPr>
          </a:p>
        </p:txBody>
      </p:sp>
    </p:spTree>
    <p:extLst>
      <p:ext uri="{BB962C8B-B14F-4D97-AF65-F5344CB8AC3E}">
        <p14:creationId xmlns:p14="http://schemas.microsoft.com/office/powerpoint/2010/main" val="278094894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F7AA6D-8AB6-5CAD-BB11-444DE76A62E8}"/>
            </a:ext>
          </a:extLst>
        </p:cNvPr>
        <p:cNvGrpSpPr/>
        <p:nvPr/>
      </p:nvGrpSpPr>
      <p:grpSpPr>
        <a:xfrm>
          <a:off x="0" y="0"/>
          <a:ext cx="0" cy="0"/>
          <a:chOff x="0" y="0"/>
          <a:chExt cx="0" cy="0"/>
        </a:xfrm>
      </p:grpSpPr>
      <p:sp>
        <p:nvSpPr>
          <p:cNvPr id="2" name="BgPanel">
            <a:extLst>
              <a:ext uri="{FF2B5EF4-FFF2-40B4-BE49-F238E27FC236}">
                <a16:creationId xmlns:a16="http://schemas.microsoft.com/office/drawing/2014/main" id="{37C6CFCC-3A3C-D5E6-5D17-2354E04DD2CD}"/>
              </a:ext>
            </a:extLst>
          </p:cNvPr>
          <p:cNvSpPr/>
          <p:nvPr/>
        </p:nvSpPr>
        <p:spPr>
          <a:xfrm>
            <a:off x="0" y="0"/>
            <a:ext cx="12191695" cy="6858000"/>
          </a:xfrm>
          <a:prstGeom prst="rect">
            <a:avLst/>
          </a:prstGeom>
          <a:gradFill rotWithShape="1">
            <a:gsLst>
              <a:gs pos="0">
                <a:srgbClr val="27247B"/>
              </a:gs>
              <a:gs pos="100000">
                <a:srgbClr val="1A1860"/>
              </a:gs>
            </a:gsLst>
            <a:lin ang="189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AccentCircle">
            <a:extLst>
              <a:ext uri="{FF2B5EF4-FFF2-40B4-BE49-F238E27FC236}">
                <a16:creationId xmlns:a16="http://schemas.microsoft.com/office/drawing/2014/main" id="{A15D4E13-2BAD-F936-72B8-2AF3D2C143ED}"/>
              </a:ext>
            </a:extLst>
          </p:cNvPr>
          <p:cNvSpPr/>
          <p:nvPr/>
        </p:nvSpPr>
        <p:spPr>
          <a:xfrm>
            <a:off x="-2103120" y="4709160"/>
            <a:ext cx="4389120" cy="4389120"/>
          </a:xfrm>
          <a:prstGeom prst="ellipse">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ingOutline">
            <a:extLst>
              <a:ext uri="{FF2B5EF4-FFF2-40B4-BE49-F238E27FC236}">
                <a16:creationId xmlns:a16="http://schemas.microsoft.com/office/drawing/2014/main" id="{834E04F6-9EF0-A9B5-39D3-36389BE0FD30}"/>
              </a:ext>
            </a:extLst>
          </p:cNvPr>
          <p:cNvSpPr/>
          <p:nvPr/>
        </p:nvSpPr>
        <p:spPr>
          <a:xfrm>
            <a:off x="8961120" y="-1828800"/>
            <a:ext cx="4572000" cy="4572000"/>
          </a:xfrm>
          <a:prstGeom prst="ellipse">
            <a:avLst/>
          </a:prstGeom>
          <a:noFill/>
          <a:ln w="25400">
            <a:solidFill>
              <a:srgbClr val="4E73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KickerLine">
            <a:extLst>
              <a:ext uri="{FF2B5EF4-FFF2-40B4-BE49-F238E27FC236}">
                <a16:creationId xmlns:a16="http://schemas.microsoft.com/office/drawing/2014/main" id="{D1E38B2F-CD99-3694-0864-E07B6DCDE712}"/>
              </a:ext>
            </a:extLst>
          </p:cNvPr>
          <p:cNvSpPr/>
          <p:nvPr/>
        </p:nvSpPr>
        <p:spPr>
          <a:xfrm>
            <a:off x="914400" y="2331720"/>
            <a:ext cx="502920" cy="45720"/>
          </a:xfrm>
          <a:prstGeom prst="rect">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KickerText">
            <a:extLst>
              <a:ext uri="{FF2B5EF4-FFF2-40B4-BE49-F238E27FC236}">
                <a16:creationId xmlns:a16="http://schemas.microsoft.com/office/drawing/2014/main" id="{16FBC89E-93B2-BFEF-A07C-6AD1DD12E9B0}"/>
              </a:ext>
            </a:extLst>
          </p:cNvPr>
          <p:cNvSpPr txBox="1"/>
          <p:nvPr/>
        </p:nvSpPr>
        <p:spPr>
          <a:xfrm>
            <a:off x="914400" y="2441448"/>
            <a:ext cx="5486400" cy="320040"/>
          </a:xfrm>
          <a:prstGeom prst="rect">
            <a:avLst/>
          </a:prstGeom>
          <a:noFill/>
        </p:spPr>
        <p:txBody>
          <a:bodyPr wrap="square" lIns="0" tIns="0" rIns="0" bIns="0" anchor="t">
            <a:spAutoFit/>
          </a:bodyPr>
          <a:lstStyle/>
          <a:p>
            <a:pPr algn="l"/>
            <a:r>
              <a:rPr sz="1200" b="1" i="0">
                <a:solidFill>
                  <a:srgbClr val="FFCB05"/>
                </a:solidFill>
                <a:latin typeface="Segoe UI"/>
              </a:rPr>
              <a:t>SECTION 03</a:t>
            </a:r>
          </a:p>
        </p:txBody>
      </p:sp>
      <p:sp>
        <p:nvSpPr>
          <p:cNvPr id="7" name="Title">
            <a:extLst>
              <a:ext uri="{FF2B5EF4-FFF2-40B4-BE49-F238E27FC236}">
                <a16:creationId xmlns:a16="http://schemas.microsoft.com/office/drawing/2014/main" id="{56C589A8-D5E3-A6E5-DA25-D48A9066D967}"/>
              </a:ext>
            </a:extLst>
          </p:cNvPr>
          <p:cNvSpPr txBox="1"/>
          <p:nvPr/>
        </p:nvSpPr>
        <p:spPr>
          <a:xfrm>
            <a:off x="914400" y="2697480"/>
            <a:ext cx="8961120" cy="584775"/>
          </a:xfrm>
          <a:prstGeom prst="rect">
            <a:avLst/>
          </a:prstGeom>
          <a:noFill/>
        </p:spPr>
        <p:txBody>
          <a:bodyPr wrap="square" lIns="0" tIns="0" rIns="0" bIns="0" anchor="t">
            <a:spAutoFit/>
          </a:bodyPr>
          <a:lstStyle/>
          <a:p>
            <a:pPr algn="l"/>
            <a:r>
              <a:rPr lang="en-US" sz="3800" b="1">
                <a:solidFill>
                  <a:srgbClr val="FFFFFF"/>
                </a:solidFill>
                <a:latin typeface="Segoe UI"/>
              </a:rPr>
              <a:t>Functionality</a:t>
            </a:r>
            <a:r>
              <a:rPr sz="3800" b="1" i="0">
                <a:solidFill>
                  <a:srgbClr val="FFFFFF"/>
                </a:solidFill>
                <a:latin typeface="Segoe UI"/>
              </a:rPr>
              <a:t> Testing</a:t>
            </a:r>
          </a:p>
        </p:txBody>
      </p:sp>
      <p:sp>
        <p:nvSpPr>
          <p:cNvPr id="9" name="LogoBadge">
            <a:extLst>
              <a:ext uri="{FF2B5EF4-FFF2-40B4-BE49-F238E27FC236}">
                <a16:creationId xmlns:a16="http://schemas.microsoft.com/office/drawing/2014/main" id="{23A4BAB9-C972-1FF2-BD16-1DA883789D1D}"/>
              </a:ext>
            </a:extLst>
          </p:cNvPr>
          <p:cNvSpPr/>
          <p:nvPr/>
        </p:nvSpPr>
        <p:spPr>
          <a:xfrm>
            <a:off x="457200" y="5989320"/>
            <a:ext cx="777240" cy="7772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Logo" descr="main_logo.png">
            <a:extLst>
              <a:ext uri="{FF2B5EF4-FFF2-40B4-BE49-F238E27FC236}">
                <a16:creationId xmlns:a16="http://schemas.microsoft.com/office/drawing/2014/main" id="{36591C79-DA7E-D4CD-2C22-870B6EB98B18}"/>
              </a:ext>
            </a:extLst>
          </p:cNvPr>
          <p:cNvPicPr>
            <a:picLocks noChangeAspect="1"/>
          </p:cNvPicPr>
          <p:nvPr/>
        </p:nvPicPr>
        <p:blipFill>
          <a:blip r:embed="rId2"/>
          <a:stretch>
            <a:fillRect/>
          </a:stretch>
        </p:blipFill>
        <p:spPr>
          <a:xfrm>
            <a:off x="580644" y="6112764"/>
            <a:ext cx="548640" cy="548640"/>
          </a:xfrm>
          <a:prstGeom prst="rect">
            <a:avLst/>
          </a:prstGeom>
        </p:spPr>
      </p:pic>
      <p:sp>
        <p:nvSpPr>
          <p:cNvPr id="11" name="PageNum">
            <a:extLst>
              <a:ext uri="{FF2B5EF4-FFF2-40B4-BE49-F238E27FC236}">
                <a16:creationId xmlns:a16="http://schemas.microsoft.com/office/drawing/2014/main" id="{7192E915-7BBC-74B7-5ACA-1643483A51F9}"/>
              </a:ext>
            </a:extLst>
          </p:cNvPr>
          <p:cNvSpPr txBox="1"/>
          <p:nvPr/>
        </p:nvSpPr>
        <p:spPr>
          <a:xfrm>
            <a:off x="11292840" y="6263640"/>
            <a:ext cx="640080" cy="365760"/>
          </a:xfrm>
          <a:prstGeom prst="rect">
            <a:avLst/>
          </a:prstGeom>
          <a:noFill/>
        </p:spPr>
        <p:txBody>
          <a:bodyPr wrap="square" lIns="0" tIns="0" rIns="0" bIns="0" anchor="t">
            <a:spAutoFit/>
          </a:bodyPr>
          <a:lstStyle/>
          <a:p>
            <a:pPr algn="r"/>
            <a:r>
              <a:rPr sz="1300" b="1" i="0">
                <a:solidFill>
                  <a:srgbClr val="FFCB05"/>
                </a:solidFill>
                <a:latin typeface="Segoe UI"/>
              </a:rPr>
              <a:t>10</a:t>
            </a:r>
          </a:p>
        </p:txBody>
      </p:sp>
    </p:spTree>
    <p:extLst>
      <p:ext uri="{BB962C8B-B14F-4D97-AF65-F5344CB8AC3E}">
        <p14:creationId xmlns:p14="http://schemas.microsoft.com/office/powerpoint/2010/main" val="372501100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E87A79-C176-A7BA-7C88-752EA2C17E7F}"/>
            </a:ext>
          </a:extLst>
        </p:cNvPr>
        <p:cNvGrpSpPr/>
        <p:nvPr/>
      </p:nvGrpSpPr>
      <p:grpSpPr>
        <a:xfrm>
          <a:off x="0" y="0"/>
          <a:ext cx="0" cy="0"/>
          <a:chOff x="0" y="0"/>
          <a:chExt cx="0" cy="0"/>
        </a:xfrm>
      </p:grpSpPr>
      <p:sp>
        <p:nvSpPr>
          <p:cNvPr id="2" name="BgFill">
            <a:extLst>
              <a:ext uri="{FF2B5EF4-FFF2-40B4-BE49-F238E27FC236}">
                <a16:creationId xmlns:a16="http://schemas.microsoft.com/office/drawing/2014/main" id="{FF06E9EA-39C0-A296-E642-A4F904F97C06}"/>
              </a:ext>
            </a:extLst>
          </p:cNvPr>
          <p:cNvSpPr/>
          <p:nvPr/>
        </p:nvSpPr>
        <p:spPr>
          <a:xfrm>
            <a:off x="0" y="0"/>
            <a:ext cx="12191695" cy="6858000"/>
          </a:xfrm>
          <a:prstGeom prst="rect">
            <a:avLst/>
          </a:prstGeom>
          <a:solidFill>
            <a:srgbClr val="F0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BrandBar">
            <a:extLst>
              <a:ext uri="{FF2B5EF4-FFF2-40B4-BE49-F238E27FC236}">
                <a16:creationId xmlns:a16="http://schemas.microsoft.com/office/drawing/2014/main" id="{75EB75A1-4217-BF77-9991-633C03BDC2CD}"/>
              </a:ext>
            </a:extLst>
          </p:cNvPr>
          <p:cNvSpPr/>
          <p:nvPr/>
        </p:nvSpPr>
        <p:spPr>
          <a:xfrm>
            <a:off x="0" y="0"/>
            <a:ext cx="12191695" cy="1188720"/>
          </a:xfrm>
          <a:prstGeom prst="rect">
            <a:avLst/>
          </a:prstGeom>
          <a:solidFill>
            <a:srgbClr val="272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AccentCircle">
            <a:extLst>
              <a:ext uri="{FF2B5EF4-FFF2-40B4-BE49-F238E27FC236}">
                <a16:creationId xmlns:a16="http://schemas.microsoft.com/office/drawing/2014/main" id="{862913F5-3D63-82D6-9C7F-45B6D45BD71A}"/>
              </a:ext>
            </a:extLst>
          </p:cNvPr>
          <p:cNvSpPr/>
          <p:nvPr/>
        </p:nvSpPr>
        <p:spPr>
          <a:xfrm>
            <a:off x="10744200" y="137160"/>
            <a:ext cx="914400" cy="914400"/>
          </a:xfrm>
          <a:prstGeom prst="ellipse">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HeaderTitle">
            <a:extLst>
              <a:ext uri="{FF2B5EF4-FFF2-40B4-BE49-F238E27FC236}">
                <a16:creationId xmlns:a16="http://schemas.microsoft.com/office/drawing/2014/main" id="{F60C6EAD-A458-FFFA-657D-31510D7BFA7C}"/>
              </a:ext>
            </a:extLst>
          </p:cNvPr>
          <p:cNvSpPr txBox="1"/>
          <p:nvPr/>
        </p:nvSpPr>
        <p:spPr>
          <a:xfrm>
            <a:off x="548640" y="329184"/>
            <a:ext cx="8686800" cy="640080"/>
          </a:xfrm>
          <a:prstGeom prst="rect">
            <a:avLst/>
          </a:prstGeom>
          <a:noFill/>
        </p:spPr>
        <p:txBody>
          <a:bodyPr wrap="square" lIns="0" tIns="0" rIns="0" bIns="0" anchor="t">
            <a:spAutoFit/>
          </a:bodyPr>
          <a:lstStyle/>
          <a:p>
            <a:pPr algn="l"/>
            <a:r>
              <a:rPr sz="2600" b="1" i="0">
                <a:solidFill>
                  <a:srgbClr val="FFFFFF"/>
                </a:solidFill>
                <a:latin typeface="Segoe UI"/>
              </a:rPr>
              <a:t>Image Plus Supporting Text</a:t>
            </a:r>
          </a:p>
        </p:txBody>
      </p:sp>
      <p:sp>
        <p:nvSpPr>
          <p:cNvPr id="6" name="KickerLine2">
            <a:extLst>
              <a:ext uri="{FF2B5EF4-FFF2-40B4-BE49-F238E27FC236}">
                <a16:creationId xmlns:a16="http://schemas.microsoft.com/office/drawing/2014/main" id="{921C9200-6E3F-6B93-E83E-2B23338F02B2}"/>
              </a:ext>
            </a:extLst>
          </p:cNvPr>
          <p:cNvSpPr/>
          <p:nvPr/>
        </p:nvSpPr>
        <p:spPr>
          <a:xfrm>
            <a:off x="0" y="1188720"/>
            <a:ext cx="12191695" cy="45720"/>
          </a:xfrm>
          <a:prstGeom prst="rect">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ImagePlaceholder">
            <a:extLst>
              <a:ext uri="{FF2B5EF4-FFF2-40B4-BE49-F238E27FC236}">
                <a16:creationId xmlns:a16="http://schemas.microsoft.com/office/drawing/2014/main" id="{0BC97237-A0C0-807A-47EA-C49CD1F17277}"/>
              </a:ext>
            </a:extLst>
          </p:cNvPr>
          <p:cNvSpPr/>
          <p:nvPr/>
        </p:nvSpPr>
        <p:spPr>
          <a:xfrm>
            <a:off x="548640" y="1783080"/>
            <a:ext cx="5212080" cy="4114800"/>
          </a:xfrm>
          <a:prstGeom prst="roundRect">
            <a:avLst>
              <a:gd name="adj" fmla="val 4000"/>
            </a:avLst>
          </a:prstGeom>
          <a:solidFill>
            <a:srgbClr val="272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SunIcon">
            <a:extLst>
              <a:ext uri="{FF2B5EF4-FFF2-40B4-BE49-F238E27FC236}">
                <a16:creationId xmlns:a16="http://schemas.microsoft.com/office/drawing/2014/main" id="{A65F34FD-C310-3630-1459-277ABE4AC862}"/>
              </a:ext>
            </a:extLst>
          </p:cNvPr>
          <p:cNvSpPr/>
          <p:nvPr/>
        </p:nvSpPr>
        <p:spPr>
          <a:xfrm>
            <a:off x="4160520" y="2148840"/>
            <a:ext cx="640080" cy="640080"/>
          </a:xfrm>
          <a:prstGeom prst="ellipse">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MountainIcon">
            <a:extLst>
              <a:ext uri="{FF2B5EF4-FFF2-40B4-BE49-F238E27FC236}">
                <a16:creationId xmlns:a16="http://schemas.microsoft.com/office/drawing/2014/main" id="{26BF5B1D-E122-9A91-37DF-0599917F7FA3}"/>
              </a:ext>
            </a:extLst>
          </p:cNvPr>
          <p:cNvSpPr/>
          <p:nvPr/>
        </p:nvSpPr>
        <p:spPr>
          <a:xfrm>
            <a:off x="1005840" y="3840480"/>
            <a:ext cx="2377440" cy="1554480"/>
          </a:xfrm>
          <a:prstGeom prst="triangle">
            <a:avLst/>
          </a:prstGeom>
          <a:solidFill>
            <a:srgbClr val="3D39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MountainIcon2">
            <a:extLst>
              <a:ext uri="{FF2B5EF4-FFF2-40B4-BE49-F238E27FC236}">
                <a16:creationId xmlns:a16="http://schemas.microsoft.com/office/drawing/2014/main" id="{E131EC63-C466-EBD8-F808-416B74AB842C}"/>
              </a:ext>
            </a:extLst>
          </p:cNvPr>
          <p:cNvSpPr/>
          <p:nvPr/>
        </p:nvSpPr>
        <p:spPr>
          <a:xfrm>
            <a:off x="2651760" y="3291840"/>
            <a:ext cx="2651760" cy="2103120"/>
          </a:xfrm>
          <a:prstGeom prst="triangle">
            <a:avLst/>
          </a:prstGeom>
          <a:solidFill>
            <a:srgbClr val="2E2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ImgLabel">
            <a:extLst>
              <a:ext uri="{FF2B5EF4-FFF2-40B4-BE49-F238E27FC236}">
                <a16:creationId xmlns:a16="http://schemas.microsoft.com/office/drawing/2014/main" id="{650AF4A6-560C-9862-6E1C-07E165A92DF5}"/>
              </a:ext>
            </a:extLst>
          </p:cNvPr>
          <p:cNvSpPr txBox="1"/>
          <p:nvPr/>
        </p:nvSpPr>
        <p:spPr>
          <a:xfrm>
            <a:off x="548640" y="5349240"/>
            <a:ext cx="5212080" cy="365760"/>
          </a:xfrm>
          <a:prstGeom prst="rect">
            <a:avLst/>
          </a:prstGeom>
          <a:noFill/>
        </p:spPr>
        <p:txBody>
          <a:bodyPr wrap="square" lIns="0" tIns="0" rIns="0" bIns="0" anchor="t">
            <a:spAutoFit/>
          </a:bodyPr>
          <a:lstStyle/>
          <a:p>
            <a:pPr algn="ctr"/>
            <a:r>
              <a:rPr sz="1100" b="0" i="0">
                <a:solidFill>
                  <a:srgbClr val="DDDFF0"/>
                </a:solidFill>
                <a:latin typeface="Segoe UI"/>
              </a:rPr>
              <a:t>Replace this placeholder with your image</a:t>
            </a:r>
          </a:p>
        </p:txBody>
      </p:sp>
      <p:sp>
        <p:nvSpPr>
          <p:cNvPr id="12" name="BodyHeading">
            <a:extLst>
              <a:ext uri="{FF2B5EF4-FFF2-40B4-BE49-F238E27FC236}">
                <a16:creationId xmlns:a16="http://schemas.microsoft.com/office/drawing/2014/main" id="{EE994319-EF8C-358F-1AFB-909C3D5E9405}"/>
              </a:ext>
            </a:extLst>
          </p:cNvPr>
          <p:cNvSpPr txBox="1"/>
          <p:nvPr/>
        </p:nvSpPr>
        <p:spPr>
          <a:xfrm>
            <a:off x="6035040" y="1828800"/>
            <a:ext cx="5577840" cy="548640"/>
          </a:xfrm>
          <a:prstGeom prst="rect">
            <a:avLst/>
          </a:prstGeom>
          <a:noFill/>
        </p:spPr>
        <p:txBody>
          <a:bodyPr wrap="square" lIns="0" tIns="0" rIns="0" bIns="0" anchor="t">
            <a:spAutoFit/>
          </a:bodyPr>
          <a:lstStyle/>
          <a:p>
            <a:pPr algn="l"/>
            <a:r>
              <a:rPr sz="2000" b="1" i="0">
                <a:solidFill>
                  <a:srgbClr val="27247B"/>
                </a:solidFill>
                <a:latin typeface="Segoe UI"/>
              </a:rPr>
              <a:t>A supporting headline</a:t>
            </a:r>
          </a:p>
        </p:txBody>
      </p:sp>
      <p:sp>
        <p:nvSpPr>
          <p:cNvPr id="13" name="BodyPara">
            <a:extLst>
              <a:ext uri="{FF2B5EF4-FFF2-40B4-BE49-F238E27FC236}">
                <a16:creationId xmlns:a16="http://schemas.microsoft.com/office/drawing/2014/main" id="{A4AC36A9-8E98-AFAD-6EFE-23ED47C3B1FB}"/>
              </a:ext>
            </a:extLst>
          </p:cNvPr>
          <p:cNvSpPr txBox="1"/>
          <p:nvPr/>
        </p:nvSpPr>
        <p:spPr>
          <a:xfrm>
            <a:off x="6035040" y="2423160"/>
            <a:ext cx="5577840" cy="1188720"/>
          </a:xfrm>
          <a:prstGeom prst="rect">
            <a:avLst/>
          </a:prstGeom>
          <a:noFill/>
        </p:spPr>
        <p:txBody>
          <a:bodyPr wrap="square" lIns="0" tIns="0" rIns="0" bIns="0" anchor="t">
            <a:spAutoFit/>
          </a:bodyPr>
          <a:lstStyle/>
          <a:p>
            <a:pPr algn="l">
              <a:lnSpc>
                <a:spcPct val="115000"/>
              </a:lnSpc>
            </a:pPr>
            <a:r>
              <a:rPr sz="1300" b="0" i="0">
                <a:solidFill>
                  <a:srgbClr val="2D2D3A"/>
                </a:solidFill>
                <a:latin typeface="Segoe UI"/>
              </a:rPr>
              <a:t>Use this space for a short paragraph that explains the image, a program, or a milestone. Two to three sentences reads best.</a:t>
            </a:r>
          </a:p>
        </p:txBody>
      </p:sp>
      <p:sp>
        <p:nvSpPr>
          <p:cNvPr id="14" name="MiniDot_4.25">
            <a:extLst>
              <a:ext uri="{FF2B5EF4-FFF2-40B4-BE49-F238E27FC236}">
                <a16:creationId xmlns:a16="http://schemas.microsoft.com/office/drawing/2014/main" id="{63916C00-2FB6-9B21-CF86-8A879CEFDBF6}"/>
              </a:ext>
            </a:extLst>
          </p:cNvPr>
          <p:cNvSpPr/>
          <p:nvPr/>
        </p:nvSpPr>
        <p:spPr>
          <a:xfrm>
            <a:off x="6035040" y="3959352"/>
            <a:ext cx="109728" cy="109728"/>
          </a:xfrm>
          <a:prstGeom prst="rect">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MiniTxt_4.25">
            <a:extLst>
              <a:ext uri="{FF2B5EF4-FFF2-40B4-BE49-F238E27FC236}">
                <a16:creationId xmlns:a16="http://schemas.microsoft.com/office/drawing/2014/main" id="{329FCFE6-C17C-377D-6C30-7B7BBA5ABEC4}"/>
              </a:ext>
            </a:extLst>
          </p:cNvPr>
          <p:cNvSpPr txBox="1"/>
          <p:nvPr/>
        </p:nvSpPr>
        <p:spPr>
          <a:xfrm>
            <a:off x="6309360" y="3849624"/>
            <a:ext cx="5120640" cy="365760"/>
          </a:xfrm>
          <a:prstGeom prst="rect">
            <a:avLst/>
          </a:prstGeom>
          <a:noFill/>
        </p:spPr>
        <p:txBody>
          <a:bodyPr wrap="square" lIns="0" tIns="0" rIns="0" bIns="0" anchor="t">
            <a:spAutoFit/>
          </a:bodyPr>
          <a:lstStyle/>
          <a:p>
            <a:pPr algn="l"/>
            <a:r>
              <a:rPr sz="1300" b="0" i="0">
                <a:solidFill>
                  <a:srgbClr val="2D2D3A"/>
                </a:solidFill>
                <a:latin typeface="Segoe UI"/>
              </a:rPr>
              <a:t>Supporting detail one</a:t>
            </a:r>
          </a:p>
        </p:txBody>
      </p:sp>
      <p:sp>
        <p:nvSpPr>
          <p:cNvPr id="16" name="MiniDot_4.8">
            <a:extLst>
              <a:ext uri="{FF2B5EF4-FFF2-40B4-BE49-F238E27FC236}">
                <a16:creationId xmlns:a16="http://schemas.microsoft.com/office/drawing/2014/main" id="{0CA39860-D20C-816B-B483-CBB0C68A264A}"/>
              </a:ext>
            </a:extLst>
          </p:cNvPr>
          <p:cNvSpPr/>
          <p:nvPr/>
        </p:nvSpPr>
        <p:spPr>
          <a:xfrm>
            <a:off x="6035040" y="4462272"/>
            <a:ext cx="109728" cy="109728"/>
          </a:xfrm>
          <a:prstGeom prst="rect">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MiniTxt_4.8">
            <a:extLst>
              <a:ext uri="{FF2B5EF4-FFF2-40B4-BE49-F238E27FC236}">
                <a16:creationId xmlns:a16="http://schemas.microsoft.com/office/drawing/2014/main" id="{DBBB6AB3-FA06-62BB-C897-E030E07E5173}"/>
              </a:ext>
            </a:extLst>
          </p:cNvPr>
          <p:cNvSpPr txBox="1"/>
          <p:nvPr/>
        </p:nvSpPr>
        <p:spPr>
          <a:xfrm>
            <a:off x="6309360" y="4352544"/>
            <a:ext cx="5120640" cy="365760"/>
          </a:xfrm>
          <a:prstGeom prst="rect">
            <a:avLst/>
          </a:prstGeom>
          <a:noFill/>
        </p:spPr>
        <p:txBody>
          <a:bodyPr wrap="square" lIns="0" tIns="0" rIns="0" bIns="0" anchor="t">
            <a:spAutoFit/>
          </a:bodyPr>
          <a:lstStyle/>
          <a:p>
            <a:pPr algn="l"/>
            <a:r>
              <a:rPr sz="1300" b="0" i="0">
                <a:solidFill>
                  <a:srgbClr val="2D2D3A"/>
                </a:solidFill>
                <a:latin typeface="Segoe UI"/>
              </a:rPr>
              <a:t>Supporting detail two</a:t>
            </a:r>
          </a:p>
        </p:txBody>
      </p:sp>
      <p:sp>
        <p:nvSpPr>
          <p:cNvPr id="18" name="MiniDot_5.35">
            <a:extLst>
              <a:ext uri="{FF2B5EF4-FFF2-40B4-BE49-F238E27FC236}">
                <a16:creationId xmlns:a16="http://schemas.microsoft.com/office/drawing/2014/main" id="{796FFEB2-1C0E-8E1D-B12D-4CF51D233102}"/>
              </a:ext>
            </a:extLst>
          </p:cNvPr>
          <p:cNvSpPr/>
          <p:nvPr/>
        </p:nvSpPr>
        <p:spPr>
          <a:xfrm>
            <a:off x="6035040" y="4965192"/>
            <a:ext cx="109728" cy="109728"/>
          </a:xfrm>
          <a:prstGeom prst="rect">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MiniTxt_5.35">
            <a:extLst>
              <a:ext uri="{FF2B5EF4-FFF2-40B4-BE49-F238E27FC236}">
                <a16:creationId xmlns:a16="http://schemas.microsoft.com/office/drawing/2014/main" id="{54B79F38-0644-5304-C1DF-7A43B41E5D53}"/>
              </a:ext>
            </a:extLst>
          </p:cNvPr>
          <p:cNvSpPr txBox="1"/>
          <p:nvPr/>
        </p:nvSpPr>
        <p:spPr>
          <a:xfrm>
            <a:off x="6309360" y="4855464"/>
            <a:ext cx="5120640" cy="365760"/>
          </a:xfrm>
          <a:prstGeom prst="rect">
            <a:avLst/>
          </a:prstGeom>
          <a:noFill/>
        </p:spPr>
        <p:txBody>
          <a:bodyPr wrap="square" lIns="0" tIns="0" rIns="0" bIns="0" anchor="t">
            <a:spAutoFit/>
          </a:bodyPr>
          <a:lstStyle/>
          <a:p>
            <a:pPr algn="l"/>
            <a:r>
              <a:rPr sz="1300" b="0" i="0">
                <a:solidFill>
                  <a:srgbClr val="2D2D3A"/>
                </a:solidFill>
                <a:latin typeface="Segoe UI"/>
              </a:rPr>
              <a:t>Supporting detail three</a:t>
            </a:r>
          </a:p>
        </p:txBody>
      </p:sp>
      <p:sp>
        <p:nvSpPr>
          <p:cNvPr id="20" name="LogoBadge">
            <a:extLst>
              <a:ext uri="{FF2B5EF4-FFF2-40B4-BE49-F238E27FC236}">
                <a16:creationId xmlns:a16="http://schemas.microsoft.com/office/drawing/2014/main" id="{82714391-43B2-C01B-A691-555EB87EEE65}"/>
              </a:ext>
            </a:extLst>
          </p:cNvPr>
          <p:cNvSpPr/>
          <p:nvPr/>
        </p:nvSpPr>
        <p:spPr>
          <a:xfrm>
            <a:off x="457200" y="5989320"/>
            <a:ext cx="777240" cy="7772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1" name="Logo" descr="main_logo.png">
            <a:extLst>
              <a:ext uri="{FF2B5EF4-FFF2-40B4-BE49-F238E27FC236}">
                <a16:creationId xmlns:a16="http://schemas.microsoft.com/office/drawing/2014/main" id="{5EA6DEBA-CB0A-A4F4-65D4-6D2C4AE5C2FE}"/>
              </a:ext>
            </a:extLst>
          </p:cNvPr>
          <p:cNvPicPr>
            <a:picLocks noChangeAspect="1"/>
          </p:cNvPicPr>
          <p:nvPr/>
        </p:nvPicPr>
        <p:blipFill>
          <a:blip r:embed="rId2"/>
          <a:stretch>
            <a:fillRect/>
          </a:stretch>
        </p:blipFill>
        <p:spPr>
          <a:xfrm>
            <a:off x="580644" y="6112764"/>
            <a:ext cx="548640" cy="548640"/>
          </a:xfrm>
          <a:prstGeom prst="rect">
            <a:avLst/>
          </a:prstGeom>
        </p:spPr>
      </p:pic>
      <p:sp>
        <p:nvSpPr>
          <p:cNvPr id="22" name="PageNum">
            <a:extLst>
              <a:ext uri="{FF2B5EF4-FFF2-40B4-BE49-F238E27FC236}">
                <a16:creationId xmlns:a16="http://schemas.microsoft.com/office/drawing/2014/main" id="{1CDF984B-8EE8-7349-52E6-E2FD557C50A4}"/>
              </a:ext>
            </a:extLst>
          </p:cNvPr>
          <p:cNvSpPr txBox="1"/>
          <p:nvPr/>
        </p:nvSpPr>
        <p:spPr>
          <a:xfrm>
            <a:off x="11292840" y="6263640"/>
            <a:ext cx="640080" cy="365760"/>
          </a:xfrm>
          <a:prstGeom prst="rect">
            <a:avLst/>
          </a:prstGeom>
          <a:noFill/>
        </p:spPr>
        <p:txBody>
          <a:bodyPr wrap="square" lIns="0" tIns="0" rIns="0" bIns="0" anchor="t">
            <a:spAutoFit/>
          </a:bodyPr>
          <a:lstStyle/>
          <a:p>
            <a:pPr algn="r"/>
            <a:r>
              <a:rPr sz="1300" b="1" i="0">
                <a:solidFill>
                  <a:srgbClr val="27247B"/>
                </a:solidFill>
                <a:latin typeface="Segoe UI"/>
              </a:rPr>
              <a:t>06</a:t>
            </a:r>
          </a:p>
        </p:txBody>
      </p:sp>
      <p:sp>
        <p:nvSpPr>
          <p:cNvPr id="24" name="StepNum_0">
            <a:extLst>
              <a:ext uri="{FF2B5EF4-FFF2-40B4-BE49-F238E27FC236}">
                <a16:creationId xmlns:a16="http://schemas.microsoft.com/office/drawing/2014/main" id="{9E4292F6-B559-7D08-35A8-2768E16C42D2}"/>
              </a:ext>
            </a:extLst>
          </p:cNvPr>
          <p:cNvSpPr txBox="1"/>
          <p:nvPr/>
        </p:nvSpPr>
        <p:spPr>
          <a:xfrm>
            <a:off x="10886439" y="459488"/>
            <a:ext cx="640080" cy="276999"/>
          </a:xfrm>
          <a:prstGeom prst="rect">
            <a:avLst/>
          </a:prstGeom>
          <a:noFill/>
        </p:spPr>
        <p:txBody>
          <a:bodyPr wrap="square" lIns="0" tIns="0" rIns="0" bIns="0" anchor="ctr">
            <a:spAutoFit/>
          </a:bodyPr>
          <a:lstStyle/>
          <a:p>
            <a:pPr algn="ctr"/>
            <a:r>
              <a:rPr lang="en-US" b="1">
                <a:solidFill>
                  <a:srgbClr val="27247B"/>
                </a:solidFill>
                <a:latin typeface="Segoe UI"/>
              </a:rPr>
              <a:t>04</a:t>
            </a:r>
            <a:endParaRPr lang="en-US" sz="1800" b="1" i="0">
              <a:solidFill>
                <a:srgbClr val="27247B"/>
              </a:solidFill>
              <a:latin typeface="Segoe UI"/>
              <a:cs typeface="Segoe UI"/>
            </a:endParaRPr>
          </a:p>
        </p:txBody>
      </p:sp>
    </p:spTree>
    <p:extLst>
      <p:ext uri="{BB962C8B-B14F-4D97-AF65-F5344CB8AC3E}">
        <p14:creationId xmlns:p14="http://schemas.microsoft.com/office/powerpoint/2010/main" val="235695431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747B4E-609D-6BEC-1052-9CF692F8CA8C}"/>
            </a:ext>
          </a:extLst>
        </p:cNvPr>
        <p:cNvGrpSpPr/>
        <p:nvPr/>
      </p:nvGrpSpPr>
      <p:grpSpPr>
        <a:xfrm>
          <a:off x="0" y="0"/>
          <a:ext cx="0" cy="0"/>
          <a:chOff x="0" y="0"/>
          <a:chExt cx="0" cy="0"/>
        </a:xfrm>
      </p:grpSpPr>
      <p:sp>
        <p:nvSpPr>
          <p:cNvPr id="2" name="BgPanel">
            <a:extLst>
              <a:ext uri="{FF2B5EF4-FFF2-40B4-BE49-F238E27FC236}">
                <a16:creationId xmlns:a16="http://schemas.microsoft.com/office/drawing/2014/main" id="{E3A4E250-AB55-43F4-7546-0F882EF7F1AC}"/>
              </a:ext>
            </a:extLst>
          </p:cNvPr>
          <p:cNvSpPr/>
          <p:nvPr/>
        </p:nvSpPr>
        <p:spPr>
          <a:xfrm>
            <a:off x="0" y="0"/>
            <a:ext cx="12191695" cy="6858000"/>
          </a:xfrm>
          <a:prstGeom prst="rect">
            <a:avLst/>
          </a:prstGeom>
          <a:gradFill rotWithShape="1">
            <a:gsLst>
              <a:gs pos="0">
                <a:srgbClr val="27247B"/>
              </a:gs>
              <a:gs pos="100000">
                <a:srgbClr val="1A1860"/>
              </a:gs>
            </a:gsLst>
            <a:lin ang="189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AccentCircle">
            <a:extLst>
              <a:ext uri="{FF2B5EF4-FFF2-40B4-BE49-F238E27FC236}">
                <a16:creationId xmlns:a16="http://schemas.microsoft.com/office/drawing/2014/main" id="{345B97BD-0ABD-FA29-9817-16ABC8649C44}"/>
              </a:ext>
            </a:extLst>
          </p:cNvPr>
          <p:cNvSpPr/>
          <p:nvPr/>
        </p:nvSpPr>
        <p:spPr>
          <a:xfrm>
            <a:off x="-2103120" y="4709160"/>
            <a:ext cx="4389120" cy="4389120"/>
          </a:xfrm>
          <a:prstGeom prst="ellipse">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ingOutline">
            <a:extLst>
              <a:ext uri="{FF2B5EF4-FFF2-40B4-BE49-F238E27FC236}">
                <a16:creationId xmlns:a16="http://schemas.microsoft.com/office/drawing/2014/main" id="{E80F6B48-B01C-D9FD-3564-61C92F1EC9AE}"/>
              </a:ext>
            </a:extLst>
          </p:cNvPr>
          <p:cNvSpPr/>
          <p:nvPr/>
        </p:nvSpPr>
        <p:spPr>
          <a:xfrm>
            <a:off x="8961120" y="-1828800"/>
            <a:ext cx="4572000" cy="4572000"/>
          </a:xfrm>
          <a:prstGeom prst="ellipse">
            <a:avLst/>
          </a:prstGeom>
          <a:noFill/>
          <a:ln w="25400">
            <a:solidFill>
              <a:srgbClr val="4E73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KickerLine">
            <a:extLst>
              <a:ext uri="{FF2B5EF4-FFF2-40B4-BE49-F238E27FC236}">
                <a16:creationId xmlns:a16="http://schemas.microsoft.com/office/drawing/2014/main" id="{990C4071-17C0-73DD-D91B-7130FFCD486C}"/>
              </a:ext>
            </a:extLst>
          </p:cNvPr>
          <p:cNvSpPr/>
          <p:nvPr/>
        </p:nvSpPr>
        <p:spPr>
          <a:xfrm>
            <a:off x="914400" y="2331720"/>
            <a:ext cx="502920" cy="45720"/>
          </a:xfrm>
          <a:prstGeom prst="rect">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KickerText">
            <a:extLst>
              <a:ext uri="{FF2B5EF4-FFF2-40B4-BE49-F238E27FC236}">
                <a16:creationId xmlns:a16="http://schemas.microsoft.com/office/drawing/2014/main" id="{AFE8C151-68C3-458D-2F47-6E10ACC8AA2D}"/>
              </a:ext>
            </a:extLst>
          </p:cNvPr>
          <p:cNvSpPr txBox="1"/>
          <p:nvPr/>
        </p:nvSpPr>
        <p:spPr>
          <a:xfrm>
            <a:off x="914400" y="2441448"/>
            <a:ext cx="5486400" cy="184666"/>
          </a:xfrm>
          <a:prstGeom prst="rect">
            <a:avLst/>
          </a:prstGeom>
          <a:noFill/>
        </p:spPr>
        <p:txBody>
          <a:bodyPr wrap="square" lIns="0" tIns="0" rIns="0" bIns="0" anchor="t">
            <a:spAutoFit/>
          </a:bodyPr>
          <a:lstStyle/>
          <a:p>
            <a:pPr algn="l"/>
            <a:r>
              <a:rPr sz="1200" b="1" i="0">
                <a:solidFill>
                  <a:srgbClr val="FFCB05"/>
                </a:solidFill>
                <a:latin typeface="Segoe UI"/>
              </a:rPr>
              <a:t>SECTION 0</a:t>
            </a:r>
            <a:r>
              <a:rPr lang="en-US" sz="1200" b="1">
                <a:solidFill>
                  <a:srgbClr val="FFCB05"/>
                </a:solidFill>
                <a:latin typeface="Segoe UI"/>
              </a:rPr>
              <a:t>4</a:t>
            </a:r>
            <a:endParaRPr sz="1200" b="1" i="0">
              <a:solidFill>
                <a:srgbClr val="FFCB05"/>
              </a:solidFill>
              <a:latin typeface="Segoe UI"/>
            </a:endParaRPr>
          </a:p>
        </p:txBody>
      </p:sp>
      <p:sp>
        <p:nvSpPr>
          <p:cNvPr id="7" name="Title">
            <a:extLst>
              <a:ext uri="{FF2B5EF4-FFF2-40B4-BE49-F238E27FC236}">
                <a16:creationId xmlns:a16="http://schemas.microsoft.com/office/drawing/2014/main" id="{B3114A7B-DE1B-5630-88B7-731E04C65530}"/>
              </a:ext>
            </a:extLst>
          </p:cNvPr>
          <p:cNvSpPr txBox="1"/>
          <p:nvPr/>
        </p:nvSpPr>
        <p:spPr>
          <a:xfrm>
            <a:off x="914400" y="2697480"/>
            <a:ext cx="8961120" cy="584775"/>
          </a:xfrm>
          <a:prstGeom prst="rect">
            <a:avLst/>
          </a:prstGeom>
          <a:noFill/>
        </p:spPr>
        <p:txBody>
          <a:bodyPr wrap="square" lIns="0" tIns="0" rIns="0" bIns="0" anchor="t">
            <a:spAutoFit/>
          </a:bodyPr>
          <a:lstStyle/>
          <a:p>
            <a:pPr algn="l"/>
            <a:r>
              <a:rPr lang="en-US" sz="3800" b="1">
                <a:solidFill>
                  <a:srgbClr val="FFFFFF"/>
                </a:solidFill>
                <a:latin typeface="Segoe UI"/>
              </a:rPr>
              <a:t>Mobile Implementation</a:t>
            </a:r>
            <a:r>
              <a:rPr sz="3800" b="1" i="0">
                <a:solidFill>
                  <a:srgbClr val="FFFFFF"/>
                </a:solidFill>
                <a:latin typeface="Segoe UI"/>
              </a:rPr>
              <a:t> Testing</a:t>
            </a:r>
          </a:p>
        </p:txBody>
      </p:sp>
      <p:sp>
        <p:nvSpPr>
          <p:cNvPr id="9" name="LogoBadge">
            <a:extLst>
              <a:ext uri="{FF2B5EF4-FFF2-40B4-BE49-F238E27FC236}">
                <a16:creationId xmlns:a16="http://schemas.microsoft.com/office/drawing/2014/main" id="{8EB6AC82-59D9-F46C-01B3-8F80050F4669}"/>
              </a:ext>
            </a:extLst>
          </p:cNvPr>
          <p:cNvSpPr/>
          <p:nvPr/>
        </p:nvSpPr>
        <p:spPr>
          <a:xfrm>
            <a:off x="457200" y="5989320"/>
            <a:ext cx="777240" cy="7772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Logo" descr="main_logo.png">
            <a:extLst>
              <a:ext uri="{FF2B5EF4-FFF2-40B4-BE49-F238E27FC236}">
                <a16:creationId xmlns:a16="http://schemas.microsoft.com/office/drawing/2014/main" id="{B76F01F4-D723-35A5-B301-25D5B158CCB5}"/>
              </a:ext>
            </a:extLst>
          </p:cNvPr>
          <p:cNvPicPr>
            <a:picLocks noChangeAspect="1"/>
          </p:cNvPicPr>
          <p:nvPr/>
        </p:nvPicPr>
        <p:blipFill>
          <a:blip r:embed="rId2"/>
          <a:stretch>
            <a:fillRect/>
          </a:stretch>
        </p:blipFill>
        <p:spPr>
          <a:xfrm>
            <a:off x="580644" y="6112764"/>
            <a:ext cx="548640" cy="548640"/>
          </a:xfrm>
          <a:prstGeom prst="rect">
            <a:avLst/>
          </a:prstGeom>
        </p:spPr>
      </p:pic>
      <p:sp>
        <p:nvSpPr>
          <p:cNvPr id="11" name="PageNum">
            <a:extLst>
              <a:ext uri="{FF2B5EF4-FFF2-40B4-BE49-F238E27FC236}">
                <a16:creationId xmlns:a16="http://schemas.microsoft.com/office/drawing/2014/main" id="{B4D85381-3655-E35F-05AD-57AF5A64AB8B}"/>
              </a:ext>
            </a:extLst>
          </p:cNvPr>
          <p:cNvSpPr txBox="1"/>
          <p:nvPr/>
        </p:nvSpPr>
        <p:spPr>
          <a:xfrm>
            <a:off x="11292840" y="6263640"/>
            <a:ext cx="640080" cy="365760"/>
          </a:xfrm>
          <a:prstGeom prst="rect">
            <a:avLst/>
          </a:prstGeom>
          <a:noFill/>
        </p:spPr>
        <p:txBody>
          <a:bodyPr wrap="square" lIns="0" tIns="0" rIns="0" bIns="0" anchor="t">
            <a:spAutoFit/>
          </a:bodyPr>
          <a:lstStyle/>
          <a:p>
            <a:pPr algn="r"/>
            <a:r>
              <a:rPr sz="1300" b="1" i="0">
                <a:solidFill>
                  <a:srgbClr val="FFCB05"/>
                </a:solidFill>
                <a:latin typeface="Segoe UI"/>
              </a:rPr>
              <a:t>10</a:t>
            </a:r>
          </a:p>
        </p:txBody>
      </p:sp>
    </p:spTree>
    <p:extLst>
      <p:ext uri="{BB962C8B-B14F-4D97-AF65-F5344CB8AC3E}">
        <p14:creationId xmlns:p14="http://schemas.microsoft.com/office/powerpoint/2010/main" val="3892270982"/>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6FEC92-F228-0A1C-B0C4-846D455EBAE3}"/>
            </a:ext>
          </a:extLst>
        </p:cNvPr>
        <p:cNvGrpSpPr/>
        <p:nvPr/>
      </p:nvGrpSpPr>
      <p:grpSpPr>
        <a:xfrm>
          <a:off x="0" y="0"/>
          <a:ext cx="0" cy="0"/>
          <a:chOff x="0" y="0"/>
          <a:chExt cx="0" cy="0"/>
        </a:xfrm>
      </p:grpSpPr>
      <p:sp>
        <p:nvSpPr>
          <p:cNvPr id="2" name="BgFill">
            <a:extLst>
              <a:ext uri="{FF2B5EF4-FFF2-40B4-BE49-F238E27FC236}">
                <a16:creationId xmlns:a16="http://schemas.microsoft.com/office/drawing/2014/main" id="{D5B2FDF7-5DD9-6BF6-9AEF-DCFE6772E918}"/>
              </a:ext>
            </a:extLst>
          </p:cNvPr>
          <p:cNvSpPr>
            <a:spLocks noGrp="1" noRot="1" noMove="1" noResize="1" noEditPoints="1" noAdjustHandles="1" noChangeArrowheads="1" noChangeShapeType="1"/>
          </p:cNvSpPr>
          <p:nvPr/>
        </p:nvSpPr>
        <p:spPr>
          <a:xfrm>
            <a:off x="0" y="0"/>
            <a:ext cx="12191695" cy="6858000"/>
          </a:xfrm>
          <a:prstGeom prst="rect">
            <a:avLst/>
          </a:prstGeom>
          <a:solidFill>
            <a:srgbClr val="F0F1F8"/>
          </a:solidFill>
          <a:ln>
            <a:noFill/>
          </a:ln>
          <a:effectLst/>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endParaRPr lang="en-US">
              <a:ea typeface="Calibri"/>
              <a:cs typeface="Calibri"/>
            </a:endParaRPr>
          </a:p>
        </p:txBody>
      </p:sp>
      <p:sp>
        <p:nvSpPr>
          <p:cNvPr id="3" name="BrandBar">
            <a:extLst>
              <a:ext uri="{FF2B5EF4-FFF2-40B4-BE49-F238E27FC236}">
                <a16:creationId xmlns:a16="http://schemas.microsoft.com/office/drawing/2014/main" id="{B5395DFE-6846-1CE0-4244-9392AE21EFB8}"/>
              </a:ext>
            </a:extLst>
          </p:cNvPr>
          <p:cNvSpPr/>
          <p:nvPr/>
        </p:nvSpPr>
        <p:spPr>
          <a:xfrm>
            <a:off x="0" y="0"/>
            <a:ext cx="12191695" cy="1188720"/>
          </a:xfrm>
          <a:prstGeom prst="rect">
            <a:avLst/>
          </a:prstGeom>
          <a:solidFill>
            <a:srgbClr val="272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AccentCircle">
            <a:extLst>
              <a:ext uri="{FF2B5EF4-FFF2-40B4-BE49-F238E27FC236}">
                <a16:creationId xmlns:a16="http://schemas.microsoft.com/office/drawing/2014/main" id="{48D495BB-6EB7-89AF-C32A-58E490859306}"/>
              </a:ext>
            </a:extLst>
          </p:cNvPr>
          <p:cNvSpPr/>
          <p:nvPr/>
        </p:nvSpPr>
        <p:spPr>
          <a:xfrm>
            <a:off x="10744200" y="137160"/>
            <a:ext cx="914400" cy="914400"/>
          </a:xfrm>
          <a:prstGeom prst="ellipse">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HeaderTitle">
            <a:extLst>
              <a:ext uri="{FF2B5EF4-FFF2-40B4-BE49-F238E27FC236}">
                <a16:creationId xmlns:a16="http://schemas.microsoft.com/office/drawing/2014/main" id="{EE19A602-FDAF-0A86-41B2-3EF18236F1B8}"/>
              </a:ext>
            </a:extLst>
          </p:cNvPr>
          <p:cNvSpPr txBox="1"/>
          <p:nvPr/>
        </p:nvSpPr>
        <p:spPr>
          <a:xfrm>
            <a:off x="548640" y="329184"/>
            <a:ext cx="8686800" cy="400110"/>
          </a:xfrm>
          <a:prstGeom prst="rect">
            <a:avLst/>
          </a:prstGeom>
          <a:noFill/>
        </p:spPr>
        <p:txBody>
          <a:bodyPr wrap="square" lIns="0" tIns="0" rIns="0" bIns="0" anchor="t">
            <a:spAutoFit/>
          </a:bodyPr>
          <a:lstStyle/>
          <a:p>
            <a:r>
              <a:rPr lang="en-US" sz="2600" b="1">
                <a:solidFill>
                  <a:srgbClr val="FFFFFF"/>
                </a:solidFill>
                <a:latin typeface="Segoe UI"/>
              </a:rPr>
              <a:t>Mobile Implementation Testing</a:t>
            </a:r>
            <a:endParaRPr sz="2600" b="1" i="0">
              <a:solidFill>
                <a:srgbClr val="FFFFFF"/>
              </a:solidFill>
              <a:latin typeface="Segoe UI"/>
            </a:endParaRPr>
          </a:p>
        </p:txBody>
      </p:sp>
      <p:sp>
        <p:nvSpPr>
          <p:cNvPr id="6" name="KickerLine2">
            <a:extLst>
              <a:ext uri="{FF2B5EF4-FFF2-40B4-BE49-F238E27FC236}">
                <a16:creationId xmlns:a16="http://schemas.microsoft.com/office/drawing/2014/main" id="{7D7AC9D2-3505-53EE-F23F-D4D4ADCFC02A}"/>
              </a:ext>
            </a:extLst>
          </p:cNvPr>
          <p:cNvSpPr/>
          <p:nvPr/>
        </p:nvSpPr>
        <p:spPr>
          <a:xfrm>
            <a:off x="0" y="1188720"/>
            <a:ext cx="12191695" cy="45720"/>
          </a:xfrm>
          <a:prstGeom prst="rect">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BodyHeading">
            <a:extLst>
              <a:ext uri="{FF2B5EF4-FFF2-40B4-BE49-F238E27FC236}">
                <a16:creationId xmlns:a16="http://schemas.microsoft.com/office/drawing/2014/main" id="{4776AECB-3BE8-51ED-CA00-DBA5CCA8087D}"/>
              </a:ext>
            </a:extLst>
          </p:cNvPr>
          <p:cNvSpPr txBox="1"/>
          <p:nvPr/>
        </p:nvSpPr>
        <p:spPr>
          <a:xfrm>
            <a:off x="4815840" y="1545468"/>
            <a:ext cx="5577840" cy="307777"/>
          </a:xfrm>
          <a:prstGeom prst="rect">
            <a:avLst/>
          </a:prstGeom>
          <a:noFill/>
        </p:spPr>
        <p:txBody>
          <a:bodyPr wrap="square" lIns="0" tIns="0" rIns="0" bIns="0" anchor="t">
            <a:spAutoFit/>
          </a:bodyPr>
          <a:lstStyle/>
          <a:p>
            <a:r>
              <a:rPr lang="en-US" sz="2000" b="1">
                <a:solidFill>
                  <a:srgbClr val="27247B"/>
                </a:solidFill>
                <a:latin typeface="Segoe UI"/>
                <a:cs typeface="Segoe UI"/>
              </a:rPr>
              <a:t>Findings </a:t>
            </a:r>
            <a:endParaRPr lang="en-US" sz="2000" b="1" i="0">
              <a:solidFill>
                <a:srgbClr val="27247B"/>
              </a:solidFill>
              <a:latin typeface="Segoe UI"/>
              <a:cs typeface="Segoe UI"/>
            </a:endParaRPr>
          </a:p>
        </p:txBody>
      </p:sp>
      <p:sp>
        <p:nvSpPr>
          <p:cNvPr id="13" name="BodyPara">
            <a:extLst>
              <a:ext uri="{FF2B5EF4-FFF2-40B4-BE49-F238E27FC236}">
                <a16:creationId xmlns:a16="http://schemas.microsoft.com/office/drawing/2014/main" id="{B6199693-6B70-7208-0450-E5B5E77B2423}"/>
              </a:ext>
            </a:extLst>
          </p:cNvPr>
          <p:cNvSpPr txBox="1"/>
          <p:nvPr/>
        </p:nvSpPr>
        <p:spPr>
          <a:xfrm>
            <a:off x="4815840" y="1904941"/>
            <a:ext cx="6842760" cy="728726"/>
          </a:xfrm>
          <a:prstGeom prst="rect">
            <a:avLst/>
          </a:prstGeom>
          <a:noFill/>
        </p:spPr>
        <p:txBody>
          <a:bodyPr wrap="square" lIns="0" tIns="0" rIns="0" bIns="0" anchor="t">
            <a:spAutoFit/>
          </a:bodyPr>
          <a:lstStyle/>
          <a:p>
            <a:pPr>
              <a:lnSpc>
                <a:spcPct val="114999"/>
              </a:lnSpc>
            </a:pPr>
            <a:r>
              <a:rPr lang="en-US" sz="1400">
                <a:solidFill>
                  <a:srgbClr val="FF0000"/>
                </a:solidFill>
                <a:latin typeface="+mj-lt"/>
                <a:ea typeface="+mn-lt"/>
                <a:cs typeface="+mn-lt"/>
              </a:rPr>
              <a:t>The mobile implementation revealed layout inconsistencies where certain UI elements were not properly aligned. The event cards and page content appeared shifted, resulting in uneven spacing and a less polished user interface.</a:t>
            </a:r>
            <a:r>
              <a:rPr lang="en-US" sz="1400">
                <a:solidFill>
                  <a:srgbClr val="FF0000"/>
                </a:solidFill>
                <a:latin typeface="+mj-lt"/>
              </a:rPr>
              <a:t>.</a:t>
            </a:r>
            <a:r>
              <a:rPr lang="en-US" sz="1400">
                <a:solidFill>
                  <a:srgbClr val="2D2D3A"/>
                </a:solidFill>
                <a:latin typeface="+mj-lt"/>
              </a:rPr>
              <a:t> </a:t>
            </a:r>
            <a:endParaRPr lang="en-US" sz="1400" b="0" i="0">
              <a:solidFill>
                <a:srgbClr val="2D2D3A"/>
              </a:solidFill>
              <a:latin typeface="+mj-lt"/>
              <a:cs typeface="Segoe UI"/>
            </a:endParaRPr>
          </a:p>
        </p:txBody>
      </p:sp>
      <p:sp>
        <p:nvSpPr>
          <p:cNvPr id="14" name="MiniDot_4.25">
            <a:extLst>
              <a:ext uri="{FF2B5EF4-FFF2-40B4-BE49-F238E27FC236}">
                <a16:creationId xmlns:a16="http://schemas.microsoft.com/office/drawing/2014/main" id="{FF20E3ED-2AE8-8993-2ED9-99888D095A9C}"/>
              </a:ext>
            </a:extLst>
          </p:cNvPr>
          <p:cNvSpPr/>
          <p:nvPr/>
        </p:nvSpPr>
        <p:spPr>
          <a:xfrm>
            <a:off x="4753087" y="2929332"/>
            <a:ext cx="109728" cy="109728"/>
          </a:xfrm>
          <a:prstGeom prst="rect">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MiniTxt_4.25">
            <a:extLst>
              <a:ext uri="{FF2B5EF4-FFF2-40B4-BE49-F238E27FC236}">
                <a16:creationId xmlns:a16="http://schemas.microsoft.com/office/drawing/2014/main" id="{A32ADCB4-DA07-4A30-FE7B-9BB19531B1E1}"/>
              </a:ext>
            </a:extLst>
          </p:cNvPr>
          <p:cNvSpPr txBox="1"/>
          <p:nvPr/>
        </p:nvSpPr>
        <p:spPr>
          <a:xfrm>
            <a:off x="4980337" y="2834962"/>
            <a:ext cx="5120640" cy="492443"/>
          </a:xfrm>
          <a:prstGeom prst="rect">
            <a:avLst/>
          </a:prstGeom>
          <a:noFill/>
        </p:spPr>
        <p:txBody>
          <a:bodyPr wrap="square" lIns="0" tIns="0" rIns="0" bIns="0" anchor="t">
            <a:spAutoFit/>
          </a:bodyPr>
          <a:lstStyle/>
          <a:p>
            <a:r>
              <a:rPr lang="en-US" sz="1600"/>
              <a:t>Event cards were not horizontally centered on smaller screen sizes.</a:t>
            </a:r>
          </a:p>
        </p:txBody>
      </p:sp>
      <p:sp>
        <p:nvSpPr>
          <p:cNvPr id="16" name="MiniDot_4.8">
            <a:extLst>
              <a:ext uri="{FF2B5EF4-FFF2-40B4-BE49-F238E27FC236}">
                <a16:creationId xmlns:a16="http://schemas.microsoft.com/office/drawing/2014/main" id="{6B46F139-AF6F-9D4E-6E74-8DFCBA96310D}"/>
              </a:ext>
            </a:extLst>
          </p:cNvPr>
          <p:cNvSpPr/>
          <p:nvPr/>
        </p:nvSpPr>
        <p:spPr>
          <a:xfrm>
            <a:off x="4753087" y="3686252"/>
            <a:ext cx="109728" cy="109728"/>
          </a:xfrm>
          <a:prstGeom prst="rect">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MiniDot_5.35">
            <a:extLst>
              <a:ext uri="{FF2B5EF4-FFF2-40B4-BE49-F238E27FC236}">
                <a16:creationId xmlns:a16="http://schemas.microsoft.com/office/drawing/2014/main" id="{F04518D6-23CC-AC3A-1FC3-1F3FFAA69257}"/>
              </a:ext>
            </a:extLst>
          </p:cNvPr>
          <p:cNvSpPr/>
          <p:nvPr/>
        </p:nvSpPr>
        <p:spPr>
          <a:xfrm>
            <a:off x="4753087" y="4276258"/>
            <a:ext cx="109728" cy="109728"/>
          </a:xfrm>
          <a:prstGeom prst="rect">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LogoBadge">
            <a:extLst>
              <a:ext uri="{FF2B5EF4-FFF2-40B4-BE49-F238E27FC236}">
                <a16:creationId xmlns:a16="http://schemas.microsoft.com/office/drawing/2014/main" id="{84E72D44-596C-DE49-1AEF-C18FB2728C06}"/>
              </a:ext>
            </a:extLst>
          </p:cNvPr>
          <p:cNvSpPr/>
          <p:nvPr/>
        </p:nvSpPr>
        <p:spPr>
          <a:xfrm>
            <a:off x="457200" y="5989320"/>
            <a:ext cx="777240" cy="7772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1" name="Logo" descr="main_logo.png">
            <a:extLst>
              <a:ext uri="{FF2B5EF4-FFF2-40B4-BE49-F238E27FC236}">
                <a16:creationId xmlns:a16="http://schemas.microsoft.com/office/drawing/2014/main" id="{B791635C-605F-1D4C-BA8E-45148521D463}"/>
              </a:ext>
            </a:extLst>
          </p:cNvPr>
          <p:cNvPicPr>
            <a:picLocks noChangeAspect="1"/>
          </p:cNvPicPr>
          <p:nvPr/>
        </p:nvPicPr>
        <p:blipFill>
          <a:blip r:embed="rId3"/>
          <a:stretch>
            <a:fillRect/>
          </a:stretch>
        </p:blipFill>
        <p:spPr>
          <a:xfrm>
            <a:off x="580644" y="6112764"/>
            <a:ext cx="548640" cy="548640"/>
          </a:xfrm>
          <a:prstGeom prst="rect">
            <a:avLst/>
          </a:prstGeom>
        </p:spPr>
      </p:pic>
      <p:sp>
        <p:nvSpPr>
          <p:cNvPr id="22" name="PageNum">
            <a:extLst>
              <a:ext uri="{FF2B5EF4-FFF2-40B4-BE49-F238E27FC236}">
                <a16:creationId xmlns:a16="http://schemas.microsoft.com/office/drawing/2014/main" id="{33A54CC2-E7A5-C16D-A620-9322468E1665}"/>
              </a:ext>
            </a:extLst>
          </p:cNvPr>
          <p:cNvSpPr txBox="1"/>
          <p:nvPr/>
        </p:nvSpPr>
        <p:spPr>
          <a:xfrm>
            <a:off x="11292840" y="6263640"/>
            <a:ext cx="640080" cy="365760"/>
          </a:xfrm>
          <a:prstGeom prst="rect">
            <a:avLst/>
          </a:prstGeom>
          <a:noFill/>
        </p:spPr>
        <p:txBody>
          <a:bodyPr wrap="square" lIns="0" tIns="0" rIns="0" bIns="0" anchor="t">
            <a:spAutoFit/>
          </a:bodyPr>
          <a:lstStyle/>
          <a:p>
            <a:pPr algn="r"/>
            <a:r>
              <a:rPr sz="1300" b="1" i="0">
                <a:solidFill>
                  <a:srgbClr val="27247B"/>
                </a:solidFill>
                <a:latin typeface="Segoe UI"/>
              </a:rPr>
              <a:t>06</a:t>
            </a:r>
          </a:p>
        </p:txBody>
      </p:sp>
      <p:sp>
        <p:nvSpPr>
          <p:cNvPr id="24" name="BodyHeading">
            <a:extLst>
              <a:ext uri="{FF2B5EF4-FFF2-40B4-BE49-F238E27FC236}">
                <a16:creationId xmlns:a16="http://schemas.microsoft.com/office/drawing/2014/main" id="{F9347944-7ED1-6EC7-A7C7-4AB33AB08B31}"/>
              </a:ext>
            </a:extLst>
          </p:cNvPr>
          <p:cNvSpPr txBox="1"/>
          <p:nvPr/>
        </p:nvSpPr>
        <p:spPr>
          <a:xfrm>
            <a:off x="4815840" y="4760236"/>
            <a:ext cx="5577840" cy="307777"/>
          </a:xfrm>
          <a:prstGeom prst="rect">
            <a:avLst/>
          </a:prstGeom>
          <a:noFill/>
        </p:spPr>
        <p:txBody>
          <a:bodyPr wrap="square" lIns="0" tIns="0" rIns="0" bIns="0" anchor="t">
            <a:spAutoFit/>
          </a:bodyPr>
          <a:lstStyle/>
          <a:p>
            <a:pPr algn="l"/>
            <a:r>
              <a:rPr lang="en-US" sz="2000" b="1" i="0">
                <a:solidFill>
                  <a:srgbClr val="27247B"/>
                </a:solidFill>
                <a:latin typeface="Segoe UI"/>
              </a:rPr>
              <a:t>The Fix</a:t>
            </a:r>
            <a:endParaRPr sz="2000" b="1" i="0">
              <a:solidFill>
                <a:srgbClr val="27247B"/>
              </a:solidFill>
              <a:latin typeface="Segoe UI"/>
            </a:endParaRPr>
          </a:p>
        </p:txBody>
      </p:sp>
      <p:pic>
        <p:nvPicPr>
          <p:cNvPr id="7" name="Picture 6">
            <a:extLst>
              <a:ext uri="{FF2B5EF4-FFF2-40B4-BE49-F238E27FC236}">
                <a16:creationId xmlns:a16="http://schemas.microsoft.com/office/drawing/2014/main" id="{9AC268B7-87D5-B590-E135-9ECF5BE12C0B}"/>
              </a:ext>
            </a:extLst>
          </p:cNvPr>
          <p:cNvPicPr>
            <a:picLocks noChangeAspect="1"/>
          </p:cNvPicPr>
          <p:nvPr/>
        </p:nvPicPr>
        <p:blipFill>
          <a:blip r:embed="rId4"/>
          <a:stretch>
            <a:fillRect/>
          </a:stretch>
        </p:blipFill>
        <p:spPr>
          <a:xfrm>
            <a:off x="1235755" y="1370011"/>
            <a:ext cx="2078718" cy="4582434"/>
          </a:xfrm>
          <a:prstGeom prst="rect">
            <a:avLst/>
          </a:prstGeom>
        </p:spPr>
      </p:pic>
      <p:sp>
        <p:nvSpPr>
          <p:cNvPr id="8" name="TextBox 7">
            <a:extLst>
              <a:ext uri="{FF2B5EF4-FFF2-40B4-BE49-F238E27FC236}">
                <a16:creationId xmlns:a16="http://schemas.microsoft.com/office/drawing/2014/main" id="{805E43D0-825C-D4F8-2B87-BF61F2B08B79}"/>
              </a:ext>
            </a:extLst>
          </p:cNvPr>
          <p:cNvSpPr txBox="1"/>
          <p:nvPr/>
        </p:nvSpPr>
        <p:spPr>
          <a:xfrm>
            <a:off x="4892040" y="3524218"/>
            <a:ext cx="5234531"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600">
                <a:ea typeface="+mn-lt"/>
                <a:cs typeface="+mn-lt"/>
              </a:rPr>
              <a:t>Inconsistent margins and padding caused elements to appear misaligned.</a:t>
            </a:r>
            <a:endParaRPr lang="en-US" sz="1600"/>
          </a:p>
        </p:txBody>
      </p:sp>
      <p:sp>
        <p:nvSpPr>
          <p:cNvPr id="9" name="TextBox 8">
            <a:extLst>
              <a:ext uri="{FF2B5EF4-FFF2-40B4-BE49-F238E27FC236}">
                <a16:creationId xmlns:a16="http://schemas.microsoft.com/office/drawing/2014/main" id="{71983954-5EF8-72F5-4AD9-A67863186E04}"/>
              </a:ext>
            </a:extLst>
          </p:cNvPr>
          <p:cNvSpPr txBox="1"/>
          <p:nvPr/>
        </p:nvSpPr>
        <p:spPr>
          <a:xfrm>
            <a:off x="4901882" y="4093598"/>
            <a:ext cx="4854610"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600">
                <a:ea typeface="+mn-lt"/>
                <a:cs typeface="+mn-lt"/>
              </a:rPr>
              <a:t>The overall layout reduced visual consistency and user experience on mobile devices.</a:t>
            </a:r>
            <a:endParaRPr lang="en-US" sz="1600"/>
          </a:p>
        </p:txBody>
      </p:sp>
      <p:sp>
        <p:nvSpPr>
          <p:cNvPr id="23" name="TextBox 22">
            <a:extLst>
              <a:ext uri="{FF2B5EF4-FFF2-40B4-BE49-F238E27FC236}">
                <a16:creationId xmlns:a16="http://schemas.microsoft.com/office/drawing/2014/main" id="{DE5115A4-9CFB-E933-8A53-3FC9235B8867}"/>
              </a:ext>
            </a:extLst>
          </p:cNvPr>
          <p:cNvSpPr txBox="1"/>
          <p:nvPr/>
        </p:nvSpPr>
        <p:spPr>
          <a:xfrm>
            <a:off x="4753086" y="5068013"/>
            <a:ext cx="6539753" cy="135421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600">
                <a:ea typeface="+mn-lt"/>
                <a:cs typeface="+mn-lt"/>
              </a:rPr>
              <a:t>Updated the responsive CSS media queries by adjusting margins, padding, and element widths to improve the alignment of the mobile layout. The website was then retested across multiple mobile screen sizes to ensure that all components were consistently aligned and displayed correctly.</a:t>
            </a:r>
            <a:endParaRPr lang="en-US" sz="1600"/>
          </a:p>
          <a:p>
            <a:pPr algn="l"/>
            <a:endParaRPr lang="en-US">
              <a:ea typeface="Calibri"/>
              <a:cs typeface="Calibri"/>
            </a:endParaRPr>
          </a:p>
        </p:txBody>
      </p:sp>
      <p:sp>
        <p:nvSpPr>
          <p:cNvPr id="27" name="StepNum_0">
            <a:extLst>
              <a:ext uri="{FF2B5EF4-FFF2-40B4-BE49-F238E27FC236}">
                <a16:creationId xmlns:a16="http://schemas.microsoft.com/office/drawing/2014/main" id="{7F045BF2-D0D6-24A1-0CC0-E71BB27E4323}"/>
              </a:ext>
            </a:extLst>
          </p:cNvPr>
          <p:cNvSpPr txBox="1"/>
          <p:nvPr/>
        </p:nvSpPr>
        <p:spPr>
          <a:xfrm>
            <a:off x="10886439" y="459488"/>
            <a:ext cx="640080" cy="276999"/>
          </a:xfrm>
          <a:prstGeom prst="rect">
            <a:avLst/>
          </a:prstGeom>
          <a:noFill/>
        </p:spPr>
        <p:txBody>
          <a:bodyPr wrap="square" lIns="0" tIns="0" rIns="0" bIns="0" anchor="ctr">
            <a:spAutoFit/>
          </a:bodyPr>
          <a:lstStyle/>
          <a:p>
            <a:pPr algn="ctr"/>
            <a:r>
              <a:rPr lang="en-US" b="1">
                <a:solidFill>
                  <a:srgbClr val="27247B"/>
                </a:solidFill>
                <a:latin typeface="Segoe UI"/>
              </a:rPr>
              <a:t>04</a:t>
            </a:r>
            <a:endParaRPr lang="en-US" sz="1800" b="1" i="0">
              <a:solidFill>
                <a:srgbClr val="27247B"/>
              </a:solidFill>
              <a:latin typeface="Segoe UI"/>
              <a:cs typeface="Segoe UI"/>
            </a:endParaRPr>
          </a:p>
        </p:txBody>
      </p:sp>
    </p:spTree>
    <p:extLst>
      <p:ext uri="{BB962C8B-B14F-4D97-AF65-F5344CB8AC3E}">
        <p14:creationId xmlns:p14="http://schemas.microsoft.com/office/powerpoint/2010/main" val="49144351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200543-FDAD-E5CE-2A9C-AC4F99C58B27}"/>
            </a:ext>
          </a:extLst>
        </p:cNvPr>
        <p:cNvGrpSpPr/>
        <p:nvPr/>
      </p:nvGrpSpPr>
      <p:grpSpPr>
        <a:xfrm>
          <a:off x="0" y="0"/>
          <a:ext cx="0" cy="0"/>
          <a:chOff x="0" y="0"/>
          <a:chExt cx="0" cy="0"/>
        </a:xfrm>
      </p:grpSpPr>
      <p:sp>
        <p:nvSpPr>
          <p:cNvPr id="2" name="BgPanel">
            <a:extLst>
              <a:ext uri="{FF2B5EF4-FFF2-40B4-BE49-F238E27FC236}">
                <a16:creationId xmlns:a16="http://schemas.microsoft.com/office/drawing/2014/main" id="{AA832C72-3836-2B9F-85C9-00ACA3B0C7FA}"/>
              </a:ext>
            </a:extLst>
          </p:cNvPr>
          <p:cNvSpPr/>
          <p:nvPr/>
        </p:nvSpPr>
        <p:spPr>
          <a:xfrm>
            <a:off x="0" y="0"/>
            <a:ext cx="12191695" cy="6858000"/>
          </a:xfrm>
          <a:prstGeom prst="rect">
            <a:avLst/>
          </a:prstGeom>
          <a:gradFill rotWithShape="1">
            <a:gsLst>
              <a:gs pos="0">
                <a:srgbClr val="27247B"/>
              </a:gs>
              <a:gs pos="100000">
                <a:srgbClr val="1A1860"/>
              </a:gs>
            </a:gsLst>
            <a:lin ang="189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AccentCircle">
            <a:extLst>
              <a:ext uri="{FF2B5EF4-FFF2-40B4-BE49-F238E27FC236}">
                <a16:creationId xmlns:a16="http://schemas.microsoft.com/office/drawing/2014/main" id="{533C8EE5-F528-031E-BC87-AE1C069F222E}"/>
              </a:ext>
            </a:extLst>
          </p:cNvPr>
          <p:cNvSpPr/>
          <p:nvPr/>
        </p:nvSpPr>
        <p:spPr>
          <a:xfrm>
            <a:off x="-2103120" y="4709160"/>
            <a:ext cx="4389120" cy="4389120"/>
          </a:xfrm>
          <a:prstGeom prst="ellipse">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ingOutline">
            <a:extLst>
              <a:ext uri="{FF2B5EF4-FFF2-40B4-BE49-F238E27FC236}">
                <a16:creationId xmlns:a16="http://schemas.microsoft.com/office/drawing/2014/main" id="{F4C3D6AB-4133-EA6F-8016-E87F87CDCB62}"/>
              </a:ext>
            </a:extLst>
          </p:cNvPr>
          <p:cNvSpPr/>
          <p:nvPr/>
        </p:nvSpPr>
        <p:spPr>
          <a:xfrm>
            <a:off x="8961120" y="-1828800"/>
            <a:ext cx="4572000" cy="4572000"/>
          </a:xfrm>
          <a:prstGeom prst="ellipse">
            <a:avLst/>
          </a:prstGeom>
          <a:noFill/>
          <a:ln w="25400">
            <a:solidFill>
              <a:srgbClr val="4E73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KickerLine">
            <a:extLst>
              <a:ext uri="{FF2B5EF4-FFF2-40B4-BE49-F238E27FC236}">
                <a16:creationId xmlns:a16="http://schemas.microsoft.com/office/drawing/2014/main" id="{D4E3702B-316E-D172-81A0-D9387D80630C}"/>
              </a:ext>
            </a:extLst>
          </p:cNvPr>
          <p:cNvSpPr/>
          <p:nvPr/>
        </p:nvSpPr>
        <p:spPr>
          <a:xfrm>
            <a:off x="914400" y="2331720"/>
            <a:ext cx="502920" cy="45720"/>
          </a:xfrm>
          <a:prstGeom prst="rect">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KickerText">
            <a:extLst>
              <a:ext uri="{FF2B5EF4-FFF2-40B4-BE49-F238E27FC236}">
                <a16:creationId xmlns:a16="http://schemas.microsoft.com/office/drawing/2014/main" id="{5BF93955-8B48-AA4C-169B-4C31A709023E}"/>
              </a:ext>
            </a:extLst>
          </p:cNvPr>
          <p:cNvSpPr txBox="1"/>
          <p:nvPr/>
        </p:nvSpPr>
        <p:spPr>
          <a:xfrm>
            <a:off x="914400" y="2441448"/>
            <a:ext cx="5486400" cy="184666"/>
          </a:xfrm>
          <a:prstGeom prst="rect">
            <a:avLst/>
          </a:prstGeom>
          <a:noFill/>
        </p:spPr>
        <p:txBody>
          <a:bodyPr wrap="square" lIns="0" tIns="0" rIns="0" bIns="0" anchor="t">
            <a:spAutoFit/>
          </a:bodyPr>
          <a:lstStyle/>
          <a:p>
            <a:pPr algn="l"/>
            <a:r>
              <a:rPr sz="1200" b="1" i="0">
                <a:solidFill>
                  <a:srgbClr val="FFCB05"/>
                </a:solidFill>
                <a:latin typeface="Segoe UI"/>
              </a:rPr>
              <a:t>SECTION 0</a:t>
            </a:r>
            <a:r>
              <a:rPr lang="en-US" sz="1200" b="1" i="0">
                <a:solidFill>
                  <a:srgbClr val="FFCB05"/>
                </a:solidFill>
                <a:latin typeface="Segoe UI"/>
              </a:rPr>
              <a:t>4</a:t>
            </a:r>
            <a:endParaRPr sz="1200" b="1" i="0">
              <a:solidFill>
                <a:srgbClr val="FFCB05"/>
              </a:solidFill>
              <a:latin typeface="Segoe UI"/>
            </a:endParaRPr>
          </a:p>
        </p:txBody>
      </p:sp>
      <p:sp>
        <p:nvSpPr>
          <p:cNvPr id="7" name="Title">
            <a:extLst>
              <a:ext uri="{FF2B5EF4-FFF2-40B4-BE49-F238E27FC236}">
                <a16:creationId xmlns:a16="http://schemas.microsoft.com/office/drawing/2014/main" id="{1B7E99E9-FFF0-6FB3-3D2C-EA20C622E6D2}"/>
              </a:ext>
            </a:extLst>
          </p:cNvPr>
          <p:cNvSpPr txBox="1"/>
          <p:nvPr/>
        </p:nvSpPr>
        <p:spPr>
          <a:xfrm>
            <a:off x="914400" y="2697480"/>
            <a:ext cx="8961120" cy="584775"/>
          </a:xfrm>
          <a:prstGeom prst="rect">
            <a:avLst/>
          </a:prstGeom>
          <a:noFill/>
        </p:spPr>
        <p:txBody>
          <a:bodyPr wrap="square" lIns="0" tIns="0" rIns="0" bIns="0" anchor="t">
            <a:spAutoFit/>
          </a:bodyPr>
          <a:lstStyle/>
          <a:p>
            <a:pPr algn="l"/>
            <a:r>
              <a:rPr lang="en-US" sz="3800" b="1">
                <a:solidFill>
                  <a:srgbClr val="FFFFFF"/>
                </a:solidFill>
                <a:latin typeface="Segoe UI"/>
              </a:rPr>
              <a:t>Performance</a:t>
            </a:r>
            <a:r>
              <a:rPr sz="3800" b="1" i="0">
                <a:solidFill>
                  <a:srgbClr val="FFFFFF"/>
                </a:solidFill>
                <a:latin typeface="Segoe UI"/>
              </a:rPr>
              <a:t> Testing</a:t>
            </a:r>
          </a:p>
        </p:txBody>
      </p:sp>
      <p:sp>
        <p:nvSpPr>
          <p:cNvPr id="9" name="LogoBadge">
            <a:extLst>
              <a:ext uri="{FF2B5EF4-FFF2-40B4-BE49-F238E27FC236}">
                <a16:creationId xmlns:a16="http://schemas.microsoft.com/office/drawing/2014/main" id="{C6055F31-7A39-654D-B643-885934122E11}"/>
              </a:ext>
            </a:extLst>
          </p:cNvPr>
          <p:cNvSpPr/>
          <p:nvPr/>
        </p:nvSpPr>
        <p:spPr>
          <a:xfrm>
            <a:off x="457200" y="5989320"/>
            <a:ext cx="777240" cy="7772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Logo" descr="main_logo.png">
            <a:extLst>
              <a:ext uri="{FF2B5EF4-FFF2-40B4-BE49-F238E27FC236}">
                <a16:creationId xmlns:a16="http://schemas.microsoft.com/office/drawing/2014/main" id="{F6CF8027-15E3-D3D8-261E-CB7E4C3DC90A}"/>
              </a:ext>
            </a:extLst>
          </p:cNvPr>
          <p:cNvPicPr>
            <a:picLocks noChangeAspect="1"/>
          </p:cNvPicPr>
          <p:nvPr/>
        </p:nvPicPr>
        <p:blipFill>
          <a:blip r:embed="rId2"/>
          <a:stretch>
            <a:fillRect/>
          </a:stretch>
        </p:blipFill>
        <p:spPr>
          <a:xfrm>
            <a:off x="580644" y="6112764"/>
            <a:ext cx="548640" cy="548640"/>
          </a:xfrm>
          <a:prstGeom prst="rect">
            <a:avLst/>
          </a:prstGeom>
        </p:spPr>
      </p:pic>
      <p:sp>
        <p:nvSpPr>
          <p:cNvPr id="11" name="PageNum">
            <a:extLst>
              <a:ext uri="{FF2B5EF4-FFF2-40B4-BE49-F238E27FC236}">
                <a16:creationId xmlns:a16="http://schemas.microsoft.com/office/drawing/2014/main" id="{5390B2A4-9038-CBBA-5B90-D25B483D6D3A}"/>
              </a:ext>
            </a:extLst>
          </p:cNvPr>
          <p:cNvSpPr txBox="1"/>
          <p:nvPr/>
        </p:nvSpPr>
        <p:spPr>
          <a:xfrm>
            <a:off x="11292840" y="6263640"/>
            <a:ext cx="640080" cy="365760"/>
          </a:xfrm>
          <a:prstGeom prst="rect">
            <a:avLst/>
          </a:prstGeom>
          <a:noFill/>
        </p:spPr>
        <p:txBody>
          <a:bodyPr wrap="square" lIns="0" tIns="0" rIns="0" bIns="0" anchor="t">
            <a:spAutoFit/>
          </a:bodyPr>
          <a:lstStyle/>
          <a:p>
            <a:pPr algn="r"/>
            <a:r>
              <a:rPr sz="1300" b="1" i="0">
                <a:solidFill>
                  <a:srgbClr val="FFCB05"/>
                </a:solidFill>
                <a:latin typeface="Segoe UI"/>
              </a:rPr>
              <a:t>10</a:t>
            </a:r>
          </a:p>
        </p:txBody>
      </p:sp>
    </p:spTree>
    <p:extLst>
      <p:ext uri="{BB962C8B-B14F-4D97-AF65-F5344CB8AC3E}">
        <p14:creationId xmlns:p14="http://schemas.microsoft.com/office/powerpoint/2010/main" val="334456173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ADAC99-0221-FA4C-6BD9-25DC6D974E32}"/>
            </a:ext>
          </a:extLst>
        </p:cNvPr>
        <p:cNvGrpSpPr/>
        <p:nvPr/>
      </p:nvGrpSpPr>
      <p:grpSpPr>
        <a:xfrm>
          <a:off x="0" y="0"/>
          <a:ext cx="0" cy="0"/>
          <a:chOff x="0" y="0"/>
          <a:chExt cx="0" cy="0"/>
        </a:xfrm>
      </p:grpSpPr>
      <p:sp>
        <p:nvSpPr>
          <p:cNvPr id="2" name="BgFill">
            <a:extLst>
              <a:ext uri="{FF2B5EF4-FFF2-40B4-BE49-F238E27FC236}">
                <a16:creationId xmlns:a16="http://schemas.microsoft.com/office/drawing/2014/main" id="{71CBEDA2-5B1F-2CDC-9A97-8B957C668F88}"/>
              </a:ext>
            </a:extLst>
          </p:cNvPr>
          <p:cNvSpPr>
            <a:spLocks noGrp="1" noRot="1" noMove="1" noResize="1" noEditPoints="1" noAdjustHandles="1" noChangeArrowheads="1" noChangeShapeType="1"/>
          </p:cNvSpPr>
          <p:nvPr/>
        </p:nvSpPr>
        <p:spPr>
          <a:xfrm>
            <a:off x="0" y="0"/>
            <a:ext cx="12191695" cy="6858000"/>
          </a:xfrm>
          <a:prstGeom prst="rect">
            <a:avLst/>
          </a:prstGeom>
          <a:solidFill>
            <a:srgbClr val="F0F1F8"/>
          </a:solidFill>
          <a:ln>
            <a:noFill/>
          </a:ln>
          <a:effectLst/>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endParaRPr lang="en-US">
              <a:ea typeface="Calibri"/>
              <a:cs typeface="Calibri"/>
            </a:endParaRPr>
          </a:p>
        </p:txBody>
      </p:sp>
      <p:sp>
        <p:nvSpPr>
          <p:cNvPr id="3" name="BrandBar">
            <a:extLst>
              <a:ext uri="{FF2B5EF4-FFF2-40B4-BE49-F238E27FC236}">
                <a16:creationId xmlns:a16="http://schemas.microsoft.com/office/drawing/2014/main" id="{63BE350B-A5E9-B396-6C51-926D13E45AD0}"/>
              </a:ext>
            </a:extLst>
          </p:cNvPr>
          <p:cNvSpPr/>
          <p:nvPr/>
        </p:nvSpPr>
        <p:spPr>
          <a:xfrm>
            <a:off x="0" y="0"/>
            <a:ext cx="12191695" cy="1188720"/>
          </a:xfrm>
          <a:prstGeom prst="rect">
            <a:avLst/>
          </a:prstGeom>
          <a:solidFill>
            <a:srgbClr val="272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AccentCircle">
            <a:extLst>
              <a:ext uri="{FF2B5EF4-FFF2-40B4-BE49-F238E27FC236}">
                <a16:creationId xmlns:a16="http://schemas.microsoft.com/office/drawing/2014/main" id="{08306FB3-9E02-FD05-551B-50A650E2B8D4}"/>
              </a:ext>
            </a:extLst>
          </p:cNvPr>
          <p:cNvSpPr/>
          <p:nvPr/>
        </p:nvSpPr>
        <p:spPr>
          <a:xfrm>
            <a:off x="10744200" y="137160"/>
            <a:ext cx="914400" cy="914400"/>
          </a:xfrm>
          <a:prstGeom prst="ellipse">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HeaderTitle">
            <a:extLst>
              <a:ext uri="{FF2B5EF4-FFF2-40B4-BE49-F238E27FC236}">
                <a16:creationId xmlns:a16="http://schemas.microsoft.com/office/drawing/2014/main" id="{56B1F4A7-65A4-A8FD-001D-37F806EC98E7}"/>
              </a:ext>
            </a:extLst>
          </p:cNvPr>
          <p:cNvSpPr txBox="1"/>
          <p:nvPr/>
        </p:nvSpPr>
        <p:spPr>
          <a:xfrm>
            <a:off x="548640" y="329184"/>
            <a:ext cx="8686800" cy="400110"/>
          </a:xfrm>
          <a:prstGeom prst="rect">
            <a:avLst/>
          </a:prstGeom>
          <a:noFill/>
        </p:spPr>
        <p:txBody>
          <a:bodyPr wrap="square" lIns="0" tIns="0" rIns="0" bIns="0" anchor="t">
            <a:spAutoFit/>
          </a:bodyPr>
          <a:lstStyle/>
          <a:p>
            <a:r>
              <a:rPr lang="en-US" sz="2600" b="1">
                <a:solidFill>
                  <a:srgbClr val="FFFFFF"/>
                </a:solidFill>
                <a:latin typeface="Segoe UI"/>
              </a:rPr>
              <a:t>Performance Testing (Desktop)</a:t>
            </a:r>
            <a:endParaRPr lang="en-US"/>
          </a:p>
        </p:txBody>
      </p:sp>
      <p:sp>
        <p:nvSpPr>
          <p:cNvPr id="6" name="KickerLine2">
            <a:extLst>
              <a:ext uri="{FF2B5EF4-FFF2-40B4-BE49-F238E27FC236}">
                <a16:creationId xmlns:a16="http://schemas.microsoft.com/office/drawing/2014/main" id="{C97AB072-B0E9-F7D0-625C-B4C1E246B373}"/>
              </a:ext>
            </a:extLst>
          </p:cNvPr>
          <p:cNvSpPr/>
          <p:nvPr/>
        </p:nvSpPr>
        <p:spPr>
          <a:xfrm>
            <a:off x="0" y="1188720"/>
            <a:ext cx="12191695" cy="45720"/>
          </a:xfrm>
          <a:prstGeom prst="rect">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BodyHeading">
            <a:extLst>
              <a:ext uri="{FF2B5EF4-FFF2-40B4-BE49-F238E27FC236}">
                <a16:creationId xmlns:a16="http://schemas.microsoft.com/office/drawing/2014/main" id="{B930E1B4-F48C-38D5-37C9-3A67D5902DC3}"/>
              </a:ext>
            </a:extLst>
          </p:cNvPr>
          <p:cNvSpPr txBox="1"/>
          <p:nvPr/>
        </p:nvSpPr>
        <p:spPr>
          <a:xfrm>
            <a:off x="6049553" y="1531258"/>
            <a:ext cx="1274355" cy="738664"/>
          </a:xfrm>
          <a:prstGeom prst="rect">
            <a:avLst/>
          </a:prstGeom>
          <a:noFill/>
        </p:spPr>
        <p:txBody>
          <a:bodyPr wrap="square" lIns="0" tIns="0" rIns="0" bIns="0" anchor="t">
            <a:spAutoFit/>
          </a:bodyPr>
          <a:lstStyle/>
          <a:p>
            <a:r>
              <a:rPr lang="en-US" sz="2400" b="1">
                <a:solidFill>
                  <a:srgbClr val="27247B"/>
                </a:solidFill>
                <a:latin typeface="Segoe UI"/>
                <a:cs typeface="Segoe UI"/>
              </a:rPr>
              <a:t>Findings </a:t>
            </a:r>
            <a:endParaRPr lang="en-US" sz="2400" b="1" i="0">
              <a:solidFill>
                <a:srgbClr val="27247B"/>
              </a:solidFill>
              <a:latin typeface="Segoe UI"/>
              <a:cs typeface="Segoe UI"/>
            </a:endParaRPr>
          </a:p>
        </p:txBody>
      </p:sp>
      <p:sp>
        <p:nvSpPr>
          <p:cNvPr id="13" name="BodyPara">
            <a:extLst>
              <a:ext uri="{FF2B5EF4-FFF2-40B4-BE49-F238E27FC236}">
                <a16:creationId xmlns:a16="http://schemas.microsoft.com/office/drawing/2014/main" id="{4E46F15B-989D-0C7A-6691-8EC9BA3B77C5}"/>
              </a:ext>
            </a:extLst>
          </p:cNvPr>
          <p:cNvSpPr txBox="1"/>
          <p:nvPr/>
        </p:nvSpPr>
        <p:spPr>
          <a:xfrm>
            <a:off x="6049554" y="2004616"/>
            <a:ext cx="5577840" cy="2463047"/>
          </a:xfrm>
          <a:prstGeom prst="rect">
            <a:avLst/>
          </a:prstGeom>
          <a:noFill/>
        </p:spPr>
        <p:txBody>
          <a:bodyPr wrap="square" lIns="0" tIns="0" rIns="0" bIns="0" anchor="t">
            <a:spAutoFit/>
          </a:bodyPr>
          <a:lstStyle/>
          <a:p>
            <a:pPr>
              <a:lnSpc>
                <a:spcPct val="114999"/>
              </a:lnSpc>
            </a:pPr>
            <a:r>
              <a:rPr lang="en-US" sz="1400">
                <a:solidFill>
                  <a:srgbClr val="2D2D3A"/>
                </a:solidFill>
                <a:ea typeface="+mn-lt"/>
                <a:cs typeface="+mn-lt"/>
              </a:rPr>
              <a:t>Google Lighthouse was used to evaluate the desktop performance of the ARDE website. The website achieved a performance score of </a:t>
            </a:r>
            <a:r>
              <a:rPr lang="en-US" sz="1400" b="1">
                <a:solidFill>
                  <a:srgbClr val="2D2D3A"/>
                </a:solidFill>
                <a:ea typeface="+mn-lt"/>
                <a:cs typeface="+mn-lt"/>
              </a:rPr>
              <a:t>98/100</a:t>
            </a:r>
            <a:r>
              <a:rPr lang="en-US" sz="1400">
                <a:solidFill>
                  <a:srgbClr val="2D2D3A"/>
                </a:solidFill>
                <a:ea typeface="+mn-lt"/>
                <a:cs typeface="+mn-lt"/>
              </a:rPr>
              <a:t>, demonstrating excellent loading speed and responsiveness. The accessibility score was </a:t>
            </a:r>
            <a:r>
              <a:rPr lang="en-US" sz="1400" b="1">
                <a:solidFill>
                  <a:srgbClr val="2D2D3A"/>
                </a:solidFill>
                <a:ea typeface="+mn-lt"/>
                <a:cs typeface="+mn-lt"/>
              </a:rPr>
              <a:t>93/100</a:t>
            </a:r>
            <a:r>
              <a:rPr lang="en-US" sz="1400">
                <a:solidFill>
                  <a:srgbClr val="2D2D3A"/>
                </a:solidFill>
                <a:ea typeface="+mn-lt"/>
                <a:cs typeface="+mn-lt"/>
              </a:rPr>
              <a:t>, the best practices score was </a:t>
            </a:r>
            <a:r>
              <a:rPr lang="en-US" sz="1400" b="1">
                <a:solidFill>
                  <a:srgbClr val="2D2D3A"/>
                </a:solidFill>
                <a:ea typeface="+mn-lt"/>
                <a:cs typeface="+mn-lt"/>
              </a:rPr>
              <a:t>100/100</a:t>
            </a:r>
            <a:r>
              <a:rPr lang="en-US" sz="1400">
                <a:solidFill>
                  <a:srgbClr val="2D2D3A"/>
                </a:solidFill>
                <a:ea typeface="+mn-lt"/>
                <a:cs typeface="+mn-lt"/>
              </a:rPr>
              <a:t>, and the SEO score was </a:t>
            </a:r>
            <a:r>
              <a:rPr lang="en-US" sz="1400" b="1">
                <a:solidFill>
                  <a:srgbClr val="2D2D3A"/>
                </a:solidFill>
                <a:ea typeface="+mn-lt"/>
                <a:cs typeface="+mn-lt"/>
              </a:rPr>
              <a:t>91/100</a:t>
            </a:r>
            <a:r>
              <a:rPr lang="en-US" sz="1400">
                <a:solidFill>
                  <a:srgbClr val="2D2D3A"/>
                </a:solidFill>
                <a:ea typeface="+mn-lt"/>
                <a:cs typeface="+mn-lt"/>
              </a:rPr>
              <a:t>, indicating that the website follows recommended web development standards. Core performance metrics also showed excellent results, including a First </a:t>
            </a:r>
            <a:r>
              <a:rPr lang="en-US" sz="1400" err="1">
                <a:solidFill>
                  <a:srgbClr val="2D2D3A"/>
                </a:solidFill>
                <a:ea typeface="+mn-lt"/>
                <a:cs typeface="+mn-lt"/>
              </a:rPr>
              <a:t>Contentful</a:t>
            </a:r>
            <a:r>
              <a:rPr lang="en-US" sz="1400">
                <a:solidFill>
                  <a:srgbClr val="2D2D3A"/>
                </a:solidFill>
                <a:ea typeface="+mn-lt"/>
                <a:cs typeface="+mn-lt"/>
              </a:rPr>
              <a:t> Paint of </a:t>
            </a:r>
            <a:r>
              <a:rPr lang="en-US" sz="1400" b="1">
                <a:solidFill>
                  <a:srgbClr val="2D2D3A"/>
                </a:solidFill>
                <a:ea typeface="+mn-lt"/>
                <a:cs typeface="+mn-lt"/>
              </a:rPr>
              <a:t>0.4 seconds</a:t>
            </a:r>
            <a:r>
              <a:rPr lang="en-US" sz="1400">
                <a:solidFill>
                  <a:srgbClr val="2D2D3A"/>
                </a:solidFill>
                <a:ea typeface="+mn-lt"/>
                <a:cs typeface="+mn-lt"/>
              </a:rPr>
              <a:t>, a Largest </a:t>
            </a:r>
            <a:r>
              <a:rPr lang="en-US" sz="1400" err="1">
                <a:solidFill>
                  <a:srgbClr val="2D2D3A"/>
                </a:solidFill>
                <a:ea typeface="+mn-lt"/>
                <a:cs typeface="+mn-lt"/>
              </a:rPr>
              <a:t>Contentful</a:t>
            </a:r>
            <a:r>
              <a:rPr lang="en-US" sz="1400">
                <a:solidFill>
                  <a:srgbClr val="2D2D3A"/>
                </a:solidFill>
                <a:ea typeface="+mn-lt"/>
                <a:cs typeface="+mn-lt"/>
              </a:rPr>
              <a:t> Paint of </a:t>
            </a:r>
            <a:r>
              <a:rPr lang="en-US" sz="1400" b="1">
                <a:solidFill>
                  <a:srgbClr val="2D2D3A"/>
                </a:solidFill>
                <a:ea typeface="+mn-lt"/>
                <a:cs typeface="+mn-lt"/>
              </a:rPr>
              <a:t>1.0 second</a:t>
            </a:r>
            <a:r>
              <a:rPr lang="en-US" sz="1400">
                <a:solidFill>
                  <a:srgbClr val="2D2D3A"/>
                </a:solidFill>
                <a:ea typeface="+mn-lt"/>
                <a:cs typeface="+mn-lt"/>
              </a:rPr>
              <a:t>, a Total Blocking Time of </a:t>
            </a:r>
            <a:r>
              <a:rPr lang="en-US" sz="1400" b="1">
                <a:solidFill>
                  <a:srgbClr val="2D2D3A"/>
                </a:solidFill>
                <a:ea typeface="+mn-lt"/>
                <a:cs typeface="+mn-lt"/>
              </a:rPr>
              <a:t>0 milliseconds</a:t>
            </a:r>
            <a:r>
              <a:rPr lang="en-US" sz="1400">
                <a:solidFill>
                  <a:srgbClr val="2D2D3A"/>
                </a:solidFill>
                <a:ea typeface="+mn-lt"/>
                <a:cs typeface="+mn-lt"/>
              </a:rPr>
              <a:t>, and a Cumulative Layout Shift of </a:t>
            </a:r>
            <a:r>
              <a:rPr lang="en-US" sz="1400" b="1">
                <a:solidFill>
                  <a:srgbClr val="2D2D3A"/>
                </a:solidFill>
                <a:ea typeface="+mn-lt"/>
                <a:cs typeface="+mn-lt"/>
              </a:rPr>
              <a:t>0.002</a:t>
            </a:r>
            <a:r>
              <a:rPr lang="en-US" sz="1400">
                <a:solidFill>
                  <a:srgbClr val="2D2D3A"/>
                </a:solidFill>
                <a:ea typeface="+mn-lt"/>
                <a:cs typeface="+mn-lt"/>
              </a:rPr>
              <a:t>, providing users with a fast and stable browsing experience.</a:t>
            </a:r>
            <a:endParaRPr lang="en-US" sz="1400">
              <a:ea typeface="Calibri"/>
              <a:cs typeface="Calibri"/>
            </a:endParaRPr>
          </a:p>
        </p:txBody>
      </p:sp>
      <p:sp>
        <p:nvSpPr>
          <p:cNvPr id="14" name="MiniDot_4.25">
            <a:extLst>
              <a:ext uri="{FF2B5EF4-FFF2-40B4-BE49-F238E27FC236}">
                <a16:creationId xmlns:a16="http://schemas.microsoft.com/office/drawing/2014/main" id="{EFF31EA7-2427-BD68-FF8C-4A2E1106ADFE}"/>
              </a:ext>
            </a:extLst>
          </p:cNvPr>
          <p:cNvSpPr/>
          <p:nvPr/>
        </p:nvSpPr>
        <p:spPr>
          <a:xfrm>
            <a:off x="5860868" y="4695010"/>
            <a:ext cx="109728" cy="109728"/>
          </a:xfrm>
          <a:prstGeom prst="rect">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MiniTxt_4.25">
            <a:extLst>
              <a:ext uri="{FF2B5EF4-FFF2-40B4-BE49-F238E27FC236}">
                <a16:creationId xmlns:a16="http://schemas.microsoft.com/office/drawing/2014/main" id="{2CACAFD0-DD52-175B-E077-BBB12D69C65C}"/>
              </a:ext>
            </a:extLst>
          </p:cNvPr>
          <p:cNvSpPr txBox="1"/>
          <p:nvPr/>
        </p:nvSpPr>
        <p:spPr>
          <a:xfrm>
            <a:off x="6051833" y="4620818"/>
            <a:ext cx="5563325" cy="1938992"/>
          </a:xfrm>
          <a:prstGeom prst="rect">
            <a:avLst/>
          </a:prstGeom>
          <a:noFill/>
        </p:spPr>
        <p:txBody>
          <a:bodyPr wrap="square" lIns="0" tIns="0" rIns="0" bIns="0" anchor="t">
            <a:spAutoFit/>
          </a:bodyPr>
          <a:lstStyle/>
          <a:p>
            <a:r>
              <a:rPr lang="en-US">
                <a:ea typeface="+mn-lt"/>
                <a:cs typeface="+mn-lt"/>
              </a:rPr>
              <a:t>The Google Lighthouse performance test indicates that the ARDE website delivers excellent desktop performance. Pages load quickly, user interactions are not delayed, and the layout remains visually stable during loading. These results demonstrate that the website has been optimized to provide a smooth and efficient user experience on desktop devices.</a:t>
            </a:r>
          </a:p>
        </p:txBody>
      </p:sp>
      <p:sp>
        <p:nvSpPr>
          <p:cNvPr id="20" name="LogoBadge">
            <a:extLst>
              <a:ext uri="{FF2B5EF4-FFF2-40B4-BE49-F238E27FC236}">
                <a16:creationId xmlns:a16="http://schemas.microsoft.com/office/drawing/2014/main" id="{D829BCF5-2DAC-1ED1-6A8E-D979E26EE654}"/>
              </a:ext>
            </a:extLst>
          </p:cNvPr>
          <p:cNvSpPr/>
          <p:nvPr/>
        </p:nvSpPr>
        <p:spPr>
          <a:xfrm>
            <a:off x="457200" y="5989320"/>
            <a:ext cx="777240" cy="7772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1" name="Logo" descr="main_logo.png">
            <a:extLst>
              <a:ext uri="{FF2B5EF4-FFF2-40B4-BE49-F238E27FC236}">
                <a16:creationId xmlns:a16="http://schemas.microsoft.com/office/drawing/2014/main" id="{0D87EC10-309A-B9A2-3AC9-75DCEFE1C396}"/>
              </a:ext>
            </a:extLst>
          </p:cNvPr>
          <p:cNvPicPr>
            <a:picLocks noChangeAspect="1"/>
          </p:cNvPicPr>
          <p:nvPr/>
        </p:nvPicPr>
        <p:blipFill>
          <a:blip r:embed="rId3"/>
          <a:stretch>
            <a:fillRect/>
          </a:stretch>
        </p:blipFill>
        <p:spPr>
          <a:xfrm>
            <a:off x="580644" y="6112764"/>
            <a:ext cx="548640" cy="548640"/>
          </a:xfrm>
          <a:prstGeom prst="rect">
            <a:avLst/>
          </a:prstGeom>
        </p:spPr>
      </p:pic>
      <p:sp>
        <p:nvSpPr>
          <p:cNvPr id="22" name="PageNum">
            <a:extLst>
              <a:ext uri="{FF2B5EF4-FFF2-40B4-BE49-F238E27FC236}">
                <a16:creationId xmlns:a16="http://schemas.microsoft.com/office/drawing/2014/main" id="{84B00D4E-49FB-179B-D84A-E0FB13BDEB13}"/>
              </a:ext>
            </a:extLst>
          </p:cNvPr>
          <p:cNvSpPr txBox="1"/>
          <p:nvPr/>
        </p:nvSpPr>
        <p:spPr>
          <a:xfrm>
            <a:off x="11292840" y="6263640"/>
            <a:ext cx="640080" cy="365760"/>
          </a:xfrm>
          <a:prstGeom prst="rect">
            <a:avLst/>
          </a:prstGeom>
          <a:noFill/>
        </p:spPr>
        <p:txBody>
          <a:bodyPr wrap="square" lIns="0" tIns="0" rIns="0" bIns="0" anchor="t">
            <a:spAutoFit/>
          </a:bodyPr>
          <a:lstStyle/>
          <a:p>
            <a:pPr algn="r"/>
            <a:r>
              <a:rPr sz="1300" b="1" i="0">
                <a:solidFill>
                  <a:srgbClr val="27247B"/>
                </a:solidFill>
                <a:latin typeface="Segoe UI"/>
              </a:rPr>
              <a:t>06</a:t>
            </a:r>
          </a:p>
        </p:txBody>
      </p:sp>
      <p:pic>
        <p:nvPicPr>
          <p:cNvPr id="10" name="Picture 9">
            <a:extLst>
              <a:ext uri="{FF2B5EF4-FFF2-40B4-BE49-F238E27FC236}">
                <a16:creationId xmlns:a16="http://schemas.microsoft.com/office/drawing/2014/main" id="{0425FD43-35CD-D85E-E6B3-DE94F0BB1D52}"/>
              </a:ext>
            </a:extLst>
          </p:cNvPr>
          <p:cNvPicPr>
            <a:picLocks noChangeAspect="1"/>
          </p:cNvPicPr>
          <p:nvPr/>
        </p:nvPicPr>
        <p:blipFill>
          <a:blip r:embed="rId4"/>
          <a:stretch>
            <a:fillRect/>
          </a:stretch>
        </p:blipFill>
        <p:spPr>
          <a:xfrm>
            <a:off x="161754" y="1531257"/>
            <a:ext cx="5605578" cy="4158344"/>
          </a:xfrm>
          <a:prstGeom prst="rect">
            <a:avLst/>
          </a:prstGeom>
        </p:spPr>
      </p:pic>
      <p:sp>
        <p:nvSpPr>
          <p:cNvPr id="11" name="StepNum_0">
            <a:extLst>
              <a:ext uri="{FF2B5EF4-FFF2-40B4-BE49-F238E27FC236}">
                <a16:creationId xmlns:a16="http://schemas.microsoft.com/office/drawing/2014/main" id="{FF2696F2-E9E5-9CA8-EF7A-24F6E25823D8}"/>
              </a:ext>
            </a:extLst>
          </p:cNvPr>
          <p:cNvSpPr txBox="1"/>
          <p:nvPr/>
        </p:nvSpPr>
        <p:spPr>
          <a:xfrm>
            <a:off x="10886439" y="459488"/>
            <a:ext cx="640080" cy="276999"/>
          </a:xfrm>
          <a:prstGeom prst="rect">
            <a:avLst/>
          </a:prstGeom>
          <a:noFill/>
        </p:spPr>
        <p:txBody>
          <a:bodyPr wrap="square" lIns="0" tIns="0" rIns="0" bIns="0" anchor="ctr">
            <a:spAutoFit/>
          </a:bodyPr>
          <a:lstStyle/>
          <a:p>
            <a:pPr algn="ctr"/>
            <a:r>
              <a:rPr lang="en-US" b="1">
                <a:solidFill>
                  <a:srgbClr val="27247B"/>
                </a:solidFill>
                <a:latin typeface="Segoe UI"/>
              </a:rPr>
              <a:t>04</a:t>
            </a:r>
            <a:endParaRPr lang="en-US" sz="1800" b="1" i="0">
              <a:solidFill>
                <a:srgbClr val="27247B"/>
              </a:solidFill>
              <a:latin typeface="Segoe UI"/>
              <a:cs typeface="Segoe UI"/>
            </a:endParaRPr>
          </a:p>
        </p:txBody>
      </p:sp>
    </p:spTree>
    <p:extLst>
      <p:ext uri="{BB962C8B-B14F-4D97-AF65-F5344CB8AC3E}">
        <p14:creationId xmlns:p14="http://schemas.microsoft.com/office/powerpoint/2010/main" val="164439145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9BFE65-1E70-91EC-BE41-769C6D49F760}"/>
            </a:ext>
          </a:extLst>
        </p:cNvPr>
        <p:cNvGrpSpPr/>
        <p:nvPr/>
      </p:nvGrpSpPr>
      <p:grpSpPr>
        <a:xfrm>
          <a:off x="0" y="0"/>
          <a:ext cx="0" cy="0"/>
          <a:chOff x="0" y="0"/>
          <a:chExt cx="0" cy="0"/>
        </a:xfrm>
      </p:grpSpPr>
      <p:sp>
        <p:nvSpPr>
          <p:cNvPr id="2" name="BgFill">
            <a:extLst>
              <a:ext uri="{FF2B5EF4-FFF2-40B4-BE49-F238E27FC236}">
                <a16:creationId xmlns:a16="http://schemas.microsoft.com/office/drawing/2014/main" id="{25BDED9B-41C5-2ECA-D9A9-509257EC4871}"/>
              </a:ext>
            </a:extLst>
          </p:cNvPr>
          <p:cNvSpPr>
            <a:spLocks noGrp="1" noRot="1" noMove="1" noResize="1" noEditPoints="1" noAdjustHandles="1" noChangeArrowheads="1" noChangeShapeType="1"/>
          </p:cNvSpPr>
          <p:nvPr/>
        </p:nvSpPr>
        <p:spPr>
          <a:xfrm>
            <a:off x="0" y="0"/>
            <a:ext cx="12191695" cy="6858000"/>
          </a:xfrm>
          <a:prstGeom prst="rect">
            <a:avLst/>
          </a:prstGeom>
          <a:solidFill>
            <a:srgbClr val="F0F1F8"/>
          </a:solidFill>
          <a:ln>
            <a:noFill/>
          </a:ln>
          <a:effectLst/>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endParaRPr lang="en-US">
              <a:ea typeface="Calibri"/>
              <a:cs typeface="Calibri"/>
            </a:endParaRPr>
          </a:p>
        </p:txBody>
      </p:sp>
      <p:sp>
        <p:nvSpPr>
          <p:cNvPr id="3" name="BrandBar">
            <a:extLst>
              <a:ext uri="{FF2B5EF4-FFF2-40B4-BE49-F238E27FC236}">
                <a16:creationId xmlns:a16="http://schemas.microsoft.com/office/drawing/2014/main" id="{4A023D68-1A91-7457-F4B9-2F1457232C07}"/>
              </a:ext>
            </a:extLst>
          </p:cNvPr>
          <p:cNvSpPr/>
          <p:nvPr/>
        </p:nvSpPr>
        <p:spPr>
          <a:xfrm>
            <a:off x="0" y="0"/>
            <a:ext cx="12191695" cy="1188720"/>
          </a:xfrm>
          <a:prstGeom prst="rect">
            <a:avLst/>
          </a:prstGeom>
          <a:solidFill>
            <a:srgbClr val="272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AccentCircle">
            <a:extLst>
              <a:ext uri="{FF2B5EF4-FFF2-40B4-BE49-F238E27FC236}">
                <a16:creationId xmlns:a16="http://schemas.microsoft.com/office/drawing/2014/main" id="{E3B9A264-A5D3-33EB-667D-7E8916BC28DE}"/>
              </a:ext>
            </a:extLst>
          </p:cNvPr>
          <p:cNvSpPr/>
          <p:nvPr/>
        </p:nvSpPr>
        <p:spPr>
          <a:xfrm>
            <a:off x="10744200" y="137160"/>
            <a:ext cx="914400" cy="914400"/>
          </a:xfrm>
          <a:prstGeom prst="ellipse">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HeaderTitle">
            <a:extLst>
              <a:ext uri="{FF2B5EF4-FFF2-40B4-BE49-F238E27FC236}">
                <a16:creationId xmlns:a16="http://schemas.microsoft.com/office/drawing/2014/main" id="{FBFFB795-CBC0-3711-4D73-84D66294D9DB}"/>
              </a:ext>
            </a:extLst>
          </p:cNvPr>
          <p:cNvSpPr txBox="1"/>
          <p:nvPr/>
        </p:nvSpPr>
        <p:spPr>
          <a:xfrm>
            <a:off x="548640" y="329184"/>
            <a:ext cx="8686800" cy="400110"/>
          </a:xfrm>
          <a:prstGeom prst="rect">
            <a:avLst/>
          </a:prstGeom>
          <a:noFill/>
        </p:spPr>
        <p:txBody>
          <a:bodyPr wrap="square" lIns="0" tIns="0" rIns="0" bIns="0" anchor="t">
            <a:spAutoFit/>
          </a:bodyPr>
          <a:lstStyle/>
          <a:p>
            <a:r>
              <a:rPr lang="en-US" sz="2600" b="1">
                <a:solidFill>
                  <a:srgbClr val="FFFFFF"/>
                </a:solidFill>
                <a:latin typeface="Segoe UI"/>
              </a:rPr>
              <a:t>Performance Testing (Mobile)</a:t>
            </a:r>
            <a:endParaRPr lang="en-US"/>
          </a:p>
        </p:txBody>
      </p:sp>
      <p:sp>
        <p:nvSpPr>
          <p:cNvPr id="6" name="KickerLine2">
            <a:extLst>
              <a:ext uri="{FF2B5EF4-FFF2-40B4-BE49-F238E27FC236}">
                <a16:creationId xmlns:a16="http://schemas.microsoft.com/office/drawing/2014/main" id="{3EA39BF8-4F3B-171A-2AC3-961A19EC8C79}"/>
              </a:ext>
            </a:extLst>
          </p:cNvPr>
          <p:cNvSpPr/>
          <p:nvPr/>
        </p:nvSpPr>
        <p:spPr>
          <a:xfrm>
            <a:off x="0" y="1188720"/>
            <a:ext cx="12191695" cy="45720"/>
          </a:xfrm>
          <a:prstGeom prst="rect">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BodyHeading">
            <a:extLst>
              <a:ext uri="{FF2B5EF4-FFF2-40B4-BE49-F238E27FC236}">
                <a16:creationId xmlns:a16="http://schemas.microsoft.com/office/drawing/2014/main" id="{4C98F858-11D9-7F5B-7EDD-144EFB8FC62E}"/>
              </a:ext>
            </a:extLst>
          </p:cNvPr>
          <p:cNvSpPr txBox="1"/>
          <p:nvPr/>
        </p:nvSpPr>
        <p:spPr>
          <a:xfrm>
            <a:off x="6049553" y="1531258"/>
            <a:ext cx="1274355" cy="738664"/>
          </a:xfrm>
          <a:prstGeom prst="rect">
            <a:avLst/>
          </a:prstGeom>
          <a:noFill/>
        </p:spPr>
        <p:txBody>
          <a:bodyPr wrap="square" lIns="0" tIns="0" rIns="0" bIns="0" anchor="t">
            <a:spAutoFit/>
          </a:bodyPr>
          <a:lstStyle/>
          <a:p>
            <a:r>
              <a:rPr lang="en-US" sz="2400" b="1">
                <a:solidFill>
                  <a:srgbClr val="27247B"/>
                </a:solidFill>
                <a:latin typeface="Segoe UI"/>
                <a:cs typeface="Segoe UI"/>
              </a:rPr>
              <a:t>Findings </a:t>
            </a:r>
            <a:endParaRPr lang="en-US" sz="2400" b="1" i="0">
              <a:solidFill>
                <a:srgbClr val="27247B"/>
              </a:solidFill>
              <a:latin typeface="Segoe UI"/>
              <a:cs typeface="Segoe UI"/>
            </a:endParaRPr>
          </a:p>
        </p:txBody>
      </p:sp>
      <p:sp>
        <p:nvSpPr>
          <p:cNvPr id="13" name="BodyPara">
            <a:extLst>
              <a:ext uri="{FF2B5EF4-FFF2-40B4-BE49-F238E27FC236}">
                <a16:creationId xmlns:a16="http://schemas.microsoft.com/office/drawing/2014/main" id="{A6F4F926-6081-D134-1AFA-609E0566B403}"/>
              </a:ext>
            </a:extLst>
          </p:cNvPr>
          <p:cNvSpPr txBox="1"/>
          <p:nvPr/>
        </p:nvSpPr>
        <p:spPr>
          <a:xfrm>
            <a:off x="6049554" y="2004616"/>
            <a:ext cx="5577840" cy="1719766"/>
          </a:xfrm>
          <a:prstGeom prst="rect">
            <a:avLst/>
          </a:prstGeom>
          <a:noFill/>
        </p:spPr>
        <p:txBody>
          <a:bodyPr wrap="square" lIns="0" tIns="0" rIns="0" bIns="0" anchor="t">
            <a:spAutoFit/>
          </a:bodyPr>
          <a:lstStyle/>
          <a:p>
            <a:pPr>
              <a:lnSpc>
                <a:spcPct val="114999"/>
              </a:lnSpc>
            </a:pPr>
            <a:r>
              <a:rPr lang="en-US" sz="1400">
                <a:solidFill>
                  <a:srgbClr val="2D2D3A"/>
                </a:solidFill>
                <a:ea typeface="+mn-lt"/>
                <a:cs typeface="+mn-lt"/>
              </a:rPr>
              <a:t>The Google Lighthouse test shows that the mobile version of the ARDE website achieved a </a:t>
            </a:r>
            <a:r>
              <a:rPr lang="en-US" sz="1400" b="1">
                <a:solidFill>
                  <a:srgbClr val="2D2D3A"/>
                </a:solidFill>
                <a:ea typeface="+mn-lt"/>
                <a:cs typeface="+mn-lt"/>
              </a:rPr>
              <a:t>Performance score of 79/100</a:t>
            </a:r>
            <a:r>
              <a:rPr lang="en-US" sz="1400">
                <a:solidFill>
                  <a:srgbClr val="2D2D3A"/>
                </a:solidFill>
                <a:ea typeface="+mn-lt"/>
                <a:cs typeface="+mn-lt"/>
              </a:rPr>
              <a:t>. While the website loads smoothly and remains visually stable, the </a:t>
            </a:r>
            <a:r>
              <a:rPr lang="en-US" sz="1400" b="1">
                <a:solidFill>
                  <a:srgbClr val="2D2D3A"/>
                </a:solidFill>
                <a:ea typeface="+mn-lt"/>
                <a:cs typeface="+mn-lt"/>
              </a:rPr>
              <a:t>Largest </a:t>
            </a:r>
            <a:r>
              <a:rPr lang="en-US" sz="1400" b="1" err="1">
                <a:solidFill>
                  <a:srgbClr val="2D2D3A"/>
                </a:solidFill>
                <a:ea typeface="+mn-lt"/>
                <a:cs typeface="+mn-lt"/>
              </a:rPr>
              <a:t>Contentful</a:t>
            </a:r>
            <a:r>
              <a:rPr lang="en-US" sz="1400" b="1">
                <a:solidFill>
                  <a:srgbClr val="2D2D3A"/>
                </a:solidFill>
                <a:ea typeface="+mn-lt"/>
                <a:cs typeface="+mn-lt"/>
              </a:rPr>
              <a:t> Paint (LCP) of 5.6 seconds</a:t>
            </a:r>
            <a:r>
              <a:rPr lang="en-US" sz="1400">
                <a:solidFill>
                  <a:srgbClr val="2D2D3A"/>
                </a:solidFill>
                <a:ea typeface="+mn-lt"/>
                <a:cs typeface="+mn-lt"/>
              </a:rPr>
              <a:t> indicates that the largest visible content on the page takes longer than recommended to load. This affects the overall performance score. The website achieved </a:t>
            </a:r>
            <a:r>
              <a:rPr lang="en-US" sz="1400" b="1">
                <a:solidFill>
                  <a:srgbClr val="2D2D3A"/>
                </a:solidFill>
                <a:ea typeface="+mn-lt"/>
                <a:cs typeface="+mn-lt"/>
              </a:rPr>
              <a:t>100/100</a:t>
            </a:r>
            <a:r>
              <a:rPr lang="en-US" sz="1400">
                <a:solidFill>
                  <a:srgbClr val="2D2D3A"/>
                </a:solidFill>
                <a:ea typeface="+mn-lt"/>
                <a:cs typeface="+mn-lt"/>
              </a:rPr>
              <a:t> for Best Practices and </a:t>
            </a:r>
            <a:r>
              <a:rPr lang="en-US" sz="1400" b="1">
                <a:solidFill>
                  <a:srgbClr val="2D2D3A"/>
                </a:solidFill>
                <a:ea typeface="+mn-lt"/>
                <a:cs typeface="+mn-lt"/>
              </a:rPr>
              <a:t>91/100</a:t>
            </a:r>
            <a:r>
              <a:rPr lang="en-US" sz="1400">
                <a:solidFill>
                  <a:srgbClr val="2D2D3A"/>
                </a:solidFill>
                <a:ea typeface="+mn-lt"/>
                <a:cs typeface="+mn-lt"/>
              </a:rPr>
              <a:t> for SEO, showing that it follows modern web development standards.</a:t>
            </a:r>
            <a:endParaRPr lang="en-US">
              <a:ea typeface="+mn-lt"/>
              <a:cs typeface="+mn-lt"/>
            </a:endParaRPr>
          </a:p>
        </p:txBody>
      </p:sp>
      <p:sp>
        <p:nvSpPr>
          <p:cNvPr id="15" name="MiniTxt_4.25">
            <a:extLst>
              <a:ext uri="{FF2B5EF4-FFF2-40B4-BE49-F238E27FC236}">
                <a16:creationId xmlns:a16="http://schemas.microsoft.com/office/drawing/2014/main" id="{95177A41-D7F9-ED1C-0C1F-153B7AD567F6}"/>
              </a:ext>
            </a:extLst>
          </p:cNvPr>
          <p:cNvSpPr txBox="1"/>
          <p:nvPr/>
        </p:nvSpPr>
        <p:spPr>
          <a:xfrm>
            <a:off x="6051833" y="4330532"/>
            <a:ext cx="5563325" cy="1661993"/>
          </a:xfrm>
          <a:prstGeom prst="rect">
            <a:avLst/>
          </a:prstGeom>
          <a:noFill/>
        </p:spPr>
        <p:txBody>
          <a:bodyPr wrap="square" lIns="0" tIns="0" rIns="0" bIns="0" anchor="t">
            <a:spAutoFit/>
          </a:bodyPr>
          <a:lstStyle/>
          <a:p>
            <a:r>
              <a:rPr lang="en-US">
                <a:ea typeface="+mn-lt"/>
                <a:cs typeface="+mn-lt"/>
              </a:rPr>
              <a:t>The mobile performance can be improved by reducing the size of images and loading only the resources that are needed when the page first loads. Additional optimizations, such as minimizing CSS and JavaScript files, can also help improve loading speed and increase the overall performance score.</a:t>
            </a:r>
          </a:p>
        </p:txBody>
      </p:sp>
      <p:sp>
        <p:nvSpPr>
          <p:cNvPr id="20" name="LogoBadge">
            <a:extLst>
              <a:ext uri="{FF2B5EF4-FFF2-40B4-BE49-F238E27FC236}">
                <a16:creationId xmlns:a16="http://schemas.microsoft.com/office/drawing/2014/main" id="{39C6EBB3-99E4-5AC0-4A20-EC5D1BC8F3C9}"/>
              </a:ext>
            </a:extLst>
          </p:cNvPr>
          <p:cNvSpPr/>
          <p:nvPr/>
        </p:nvSpPr>
        <p:spPr>
          <a:xfrm>
            <a:off x="457200" y="5989320"/>
            <a:ext cx="777240" cy="7772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1" name="Logo" descr="main_logo.png">
            <a:extLst>
              <a:ext uri="{FF2B5EF4-FFF2-40B4-BE49-F238E27FC236}">
                <a16:creationId xmlns:a16="http://schemas.microsoft.com/office/drawing/2014/main" id="{4CB2F2AF-D49E-C2D2-1A57-550B19F73D6C}"/>
              </a:ext>
            </a:extLst>
          </p:cNvPr>
          <p:cNvPicPr>
            <a:picLocks noChangeAspect="1"/>
          </p:cNvPicPr>
          <p:nvPr/>
        </p:nvPicPr>
        <p:blipFill>
          <a:blip r:embed="rId3"/>
          <a:stretch>
            <a:fillRect/>
          </a:stretch>
        </p:blipFill>
        <p:spPr>
          <a:xfrm>
            <a:off x="580644" y="6112764"/>
            <a:ext cx="548640" cy="548640"/>
          </a:xfrm>
          <a:prstGeom prst="rect">
            <a:avLst/>
          </a:prstGeom>
        </p:spPr>
      </p:pic>
      <p:sp>
        <p:nvSpPr>
          <p:cNvPr id="22" name="PageNum">
            <a:extLst>
              <a:ext uri="{FF2B5EF4-FFF2-40B4-BE49-F238E27FC236}">
                <a16:creationId xmlns:a16="http://schemas.microsoft.com/office/drawing/2014/main" id="{F19D0A1D-A0B9-F21E-EDCD-D8544B425CD2}"/>
              </a:ext>
            </a:extLst>
          </p:cNvPr>
          <p:cNvSpPr txBox="1"/>
          <p:nvPr/>
        </p:nvSpPr>
        <p:spPr>
          <a:xfrm>
            <a:off x="11292840" y="6263640"/>
            <a:ext cx="640080" cy="365760"/>
          </a:xfrm>
          <a:prstGeom prst="rect">
            <a:avLst/>
          </a:prstGeom>
          <a:noFill/>
        </p:spPr>
        <p:txBody>
          <a:bodyPr wrap="square" lIns="0" tIns="0" rIns="0" bIns="0" anchor="t">
            <a:spAutoFit/>
          </a:bodyPr>
          <a:lstStyle/>
          <a:p>
            <a:pPr algn="r"/>
            <a:r>
              <a:rPr sz="1300" b="1" i="0">
                <a:solidFill>
                  <a:srgbClr val="27247B"/>
                </a:solidFill>
                <a:latin typeface="Segoe UI"/>
              </a:rPr>
              <a:t>06</a:t>
            </a:r>
          </a:p>
        </p:txBody>
      </p:sp>
      <p:pic>
        <p:nvPicPr>
          <p:cNvPr id="7" name="Picture 6">
            <a:extLst>
              <a:ext uri="{FF2B5EF4-FFF2-40B4-BE49-F238E27FC236}">
                <a16:creationId xmlns:a16="http://schemas.microsoft.com/office/drawing/2014/main" id="{5B384684-13CB-41C9-E383-DCF71FF5856A}"/>
              </a:ext>
            </a:extLst>
          </p:cNvPr>
          <p:cNvPicPr>
            <a:picLocks noChangeAspect="1"/>
          </p:cNvPicPr>
          <p:nvPr/>
        </p:nvPicPr>
        <p:blipFill>
          <a:blip r:embed="rId4"/>
          <a:stretch>
            <a:fillRect/>
          </a:stretch>
        </p:blipFill>
        <p:spPr>
          <a:xfrm>
            <a:off x="414638" y="1785257"/>
            <a:ext cx="5266724" cy="4093029"/>
          </a:xfrm>
          <a:prstGeom prst="rect">
            <a:avLst/>
          </a:prstGeom>
        </p:spPr>
      </p:pic>
      <p:sp>
        <p:nvSpPr>
          <p:cNvPr id="8" name="BodyHeading">
            <a:extLst>
              <a:ext uri="{FF2B5EF4-FFF2-40B4-BE49-F238E27FC236}">
                <a16:creationId xmlns:a16="http://schemas.microsoft.com/office/drawing/2014/main" id="{0799D79E-E7F6-B71F-9405-260387B8236B}"/>
              </a:ext>
            </a:extLst>
          </p:cNvPr>
          <p:cNvSpPr txBox="1"/>
          <p:nvPr/>
        </p:nvSpPr>
        <p:spPr>
          <a:xfrm>
            <a:off x="6049552" y="3882571"/>
            <a:ext cx="1274355" cy="369332"/>
          </a:xfrm>
          <a:prstGeom prst="rect">
            <a:avLst/>
          </a:prstGeom>
          <a:noFill/>
        </p:spPr>
        <p:txBody>
          <a:bodyPr wrap="square" lIns="0" tIns="0" rIns="0" bIns="0" anchor="t">
            <a:spAutoFit/>
          </a:bodyPr>
          <a:lstStyle/>
          <a:p>
            <a:r>
              <a:rPr lang="en-US" sz="2400" b="1">
                <a:solidFill>
                  <a:srgbClr val="27247B"/>
                </a:solidFill>
                <a:latin typeface="Segoe UI"/>
                <a:cs typeface="Segoe UI"/>
              </a:rPr>
              <a:t>The Fix</a:t>
            </a:r>
            <a:endParaRPr lang="en-US" sz="2400" b="1" i="0">
              <a:solidFill>
                <a:srgbClr val="27247B"/>
              </a:solidFill>
              <a:latin typeface="Segoe UI"/>
              <a:cs typeface="Segoe UI"/>
            </a:endParaRPr>
          </a:p>
        </p:txBody>
      </p:sp>
      <p:sp>
        <p:nvSpPr>
          <p:cNvPr id="11" name="StepNum_0">
            <a:extLst>
              <a:ext uri="{FF2B5EF4-FFF2-40B4-BE49-F238E27FC236}">
                <a16:creationId xmlns:a16="http://schemas.microsoft.com/office/drawing/2014/main" id="{AD6A0C03-D8D1-3620-2C7B-5EA9CBF76D9E}"/>
              </a:ext>
            </a:extLst>
          </p:cNvPr>
          <p:cNvSpPr txBox="1"/>
          <p:nvPr/>
        </p:nvSpPr>
        <p:spPr>
          <a:xfrm>
            <a:off x="10886439" y="459488"/>
            <a:ext cx="640080" cy="276999"/>
          </a:xfrm>
          <a:prstGeom prst="rect">
            <a:avLst/>
          </a:prstGeom>
          <a:noFill/>
        </p:spPr>
        <p:txBody>
          <a:bodyPr wrap="square" lIns="0" tIns="0" rIns="0" bIns="0" anchor="ctr">
            <a:spAutoFit/>
          </a:bodyPr>
          <a:lstStyle/>
          <a:p>
            <a:pPr algn="ctr"/>
            <a:r>
              <a:rPr lang="en-US" b="1">
                <a:solidFill>
                  <a:srgbClr val="27247B"/>
                </a:solidFill>
                <a:latin typeface="Segoe UI"/>
              </a:rPr>
              <a:t>04</a:t>
            </a:r>
            <a:endParaRPr lang="en-US" sz="1800" b="1" i="0">
              <a:solidFill>
                <a:srgbClr val="27247B"/>
              </a:solidFill>
              <a:latin typeface="Segoe UI"/>
              <a:cs typeface="Segoe UI"/>
            </a:endParaRPr>
          </a:p>
        </p:txBody>
      </p:sp>
    </p:spTree>
    <p:extLst>
      <p:ext uri="{BB962C8B-B14F-4D97-AF65-F5344CB8AC3E}">
        <p14:creationId xmlns:p14="http://schemas.microsoft.com/office/powerpoint/2010/main" val="2759662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282EF4-1246-66CC-1D84-964D95D99CA3}"/>
            </a:ext>
          </a:extLst>
        </p:cNvPr>
        <p:cNvGrpSpPr/>
        <p:nvPr/>
      </p:nvGrpSpPr>
      <p:grpSpPr>
        <a:xfrm>
          <a:off x="0" y="0"/>
          <a:ext cx="0" cy="0"/>
          <a:chOff x="0" y="0"/>
          <a:chExt cx="0" cy="0"/>
        </a:xfrm>
      </p:grpSpPr>
      <p:sp>
        <p:nvSpPr>
          <p:cNvPr id="2" name="BgPanel">
            <a:extLst>
              <a:ext uri="{FF2B5EF4-FFF2-40B4-BE49-F238E27FC236}">
                <a16:creationId xmlns:a16="http://schemas.microsoft.com/office/drawing/2014/main" id="{96BADFF7-2943-5F7D-6EE9-DA7ED288A9E5}"/>
              </a:ext>
            </a:extLst>
          </p:cNvPr>
          <p:cNvSpPr/>
          <p:nvPr/>
        </p:nvSpPr>
        <p:spPr>
          <a:xfrm>
            <a:off x="0" y="0"/>
            <a:ext cx="12191695" cy="6858000"/>
          </a:xfrm>
          <a:prstGeom prst="rect">
            <a:avLst/>
          </a:prstGeom>
          <a:gradFill rotWithShape="1">
            <a:gsLst>
              <a:gs pos="0">
                <a:srgbClr val="27247B"/>
              </a:gs>
              <a:gs pos="100000">
                <a:srgbClr val="1A1860"/>
              </a:gs>
            </a:gsLst>
            <a:lin ang="189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AccentCircle">
            <a:extLst>
              <a:ext uri="{FF2B5EF4-FFF2-40B4-BE49-F238E27FC236}">
                <a16:creationId xmlns:a16="http://schemas.microsoft.com/office/drawing/2014/main" id="{0FF785F2-807B-43F8-51AC-FF70A5CA83AB}"/>
              </a:ext>
            </a:extLst>
          </p:cNvPr>
          <p:cNvSpPr/>
          <p:nvPr/>
        </p:nvSpPr>
        <p:spPr>
          <a:xfrm>
            <a:off x="-2103120" y="4709160"/>
            <a:ext cx="4389120" cy="4389120"/>
          </a:xfrm>
          <a:prstGeom prst="ellipse">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ingOutline">
            <a:extLst>
              <a:ext uri="{FF2B5EF4-FFF2-40B4-BE49-F238E27FC236}">
                <a16:creationId xmlns:a16="http://schemas.microsoft.com/office/drawing/2014/main" id="{50D9E66B-9045-31A8-F6E1-B8BF84D78DFB}"/>
              </a:ext>
            </a:extLst>
          </p:cNvPr>
          <p:cNvSpPr/>
          <p:nvPr/>
        </p:nvSpPr>
        <p:spPr>
          <a:xfrm>
            <a:off x="8961120" y="-1828800"/>
            <a:ext cx="4572000" cy="4572000"/>
          </a:xfrm>
          <a:prstGeom prst="ellipse">
            <a:avLst/>
          </a:prstGeom>
          <a:noFill/>
          <a:ln w="25400">
            <a:solidFill>
              <a:srgbClr val="4E73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KickerLine">
            <a:extLst>
              <a:ext uri="{FF2B5EF4-FFF2-40B4-BE49-F238E27FC236}">
                <a16:creationId xmlns:a16="http://schemas.microsoft.com/office/drawing/2014/main" id="{BBDB7663-F1D7-D69E-0DE8-72C8F48B572F}"/>
              </a:ext>
            </a:extLst>
          </p:cNvPr>
          <p:cNvSpPr/>
          <p:nvPr/>
        </p:nvSpPr>
        <p:spPr>
          <a:xfrm>
            <a:off x="914400" y="2331720"/>
            <a:ext cx="502920" cy="45720"/>
          </a:xfrm>
          <a:prstGeom prst="rect">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KickerText">
            <a:extLst>
              <a:ext uri="{FF2B5EF4-FFF2-40B4-BE49-F238E27FC236}">
                <a16:creationId xmlns:a16="http://schemas.microsoft.com/office/drawing/2014/main" id="{AEC131E5-7479-2627-41A7-6EBBBA558952}"/>
              </a:ext>
            </a:extLst>
          </p:cNvPr>
          <p:cNvSpPr txBox="1"/>
          <p:nvPr/>
        </p:nvSpPr>
        <p:spPr>
          <a:xfrm>
            <a:off x="914400" y="2441448"/>
            <a:ext cx="5486400" cy="184666"/>
          </a:xfrm>
          <a:prstGeom prst="rect">
            <a:avLst/>
          </a:prstGeom>
          <a:noFill/>
        </p:spPr>
        <p:txBody>
          <a:bodyPr wrap="square" lIns="0" tIns="0" rIns="0" bIns="0" anchor="t">
            <a:spAutoFit/>
          </a:bodyPr>
          <a:lstStyle/>
          <a:p>
            <a:pPr algn="l"/>
            <a:r>
              <a:rPr sz="1200" b="1" i="0">
                <a:solidFill>
                  <a:srgbClr val="FFCB05"/>
                </a:solidFill>
                <a:latin typeface="Segoe UI"/>
              </a:rPr>
              <a:t>SECTION 0</a:t>
            </a:r>
            <a:r>
              <a:rPr lang="en-US" sz="1200" b="1" i="0">
                <a:solidFill>
                  <a:srgbClr val="FFCB05"/>
                </a:solidFill>
                <a:latin typeface="Segoe UI"/>
              </a:rPr>
              <a:t>4</a:t>
            </a:r>
            <a:endParaRPr sz="1200" b="1" i="0">
              <a:solidFill>
                <a:srgbClr val="FFCB05"/>
              </a:solidFill>
              <a:latin typeface="Segoe UI"/>
            </a:endParaRPr>
          </a:p>
        </p:txBody>
      </p:sp>
      <p:sp>
        <p:nvSpPr>
          <p:cNvPr id="7" name="Title">
            <a:extLst>
              <a:ext uri="{FF2B5EF4-FFF2-40B4-BE49-F238E27FC236}">
                <a16:creationId xmlns:a16="http://schemas.microsoft.com/office/drawing/2014/main" id="{AB86D200-7610-E488-C262-CD92FF5C83A1}"/>
              </a:ext>
            </a:extLst>
          </p:cNvPr>
          <p:cNvSpPr txBox="1"/>
          <p:nvPr/>
        </p:nvSpPr>
        <p:spPr>
          <a:xfrm>
            <a:off x="914400" y="2697480"/>
            <a:ext cx="8961120" cy="584775"/>
          </a:xfrm>
          <a:prstGeom prst="rect">
            <a:avLst/>
          </a:prstGeom>
          <a:noFill/>
        </p:spPr>
        <p:txBody>
          <a:bodyPr wrap="square" lIns="0" tIns="0" rIns="0" bIns="0" anchor="t">
            <a:spAutoFit/>
          </a:bodyPr>
          <a:lstStyle/>
          <a:p>
            <a:pPr algn="l"/>
            <a:r>
              <a:rPr lang="en-US" sz="3800" b="1">
                <a:solidFill>
                  <a:srgbClr val="FFFFFF"/>
                </a:solidFill>
                <a:latin typeface="Segoe UI"/>
              </a:rPr>
              <a:t>Usability</a:t>
            </a:r>
            <a:r>
              <a:rPr sz="3800" b="1" i="0">
                <a:solidFill>
                  <a:srgbClr val="FFFFFF"/>
                </a:solidFill>
                <a:latin typeface="Segoe UI"/>
              </a:rPr>
              <a:t> Testing</a:t>
            </a:r>
          </a:p>
        </p:txBody>
      </p:sp>
      <p:sp>
        <p:nvSpPr>
          <p:cNvPr id="8" name="Subtitle">
            <a:extLst>
              <a:ext uri="{FF2B5EF4-FFF2-40B4-BE49-F238E27FC236}">
                <a16:creationId xmlns:a16="http://schemas.microsoft.com/office/drawing/2014/main" id="{6B7868EF-3353-7895-2499-1F7137C500AA}"/>
              </a:ext>
            </a:extLst>
          </p:cNvPr>
          <p:cNvSpPr txBox="1"/>
          <p:nvPr/>
        </p:nvSpPr>
        <p:spPr>
          <a:xfrm>
            <a:off x="914400" y="3703320"/>
            <a:ext cx="8686800" cy="528286"/>
          </a:xfrm>
          <a:prstGeom prst="rect">
            <a:avLst/>
          </a:prstGeom>
          <a:noFill/>
        </p:spPr>
        <p:txBody>
          <a:bodyPr wrap="square" lIns="0" tIns="0" rIns="0" bIns="0" anchor="t">
            <a:spAutoFit/>
          </a:bodyPr>
          <a:lstStyle/>
          <a:p>
            <a:pPr algn="l">
              <a:lnSpc>
                <a:spcPct val="120000"/>
              </a:lnSpc>
            </a:pPr>
            <a:r>
              <a:rPr sz="1500" b="0" i="0">
                <a:solidFill>
                  <a:srgbClr val="DDDFF0"/>
                </a:solidFill>
                <a:latin typeface="Segoe UI"/>
              </a:rPr>
              <a:t>A full audit of the ARDE Admin &amp; Public platforms</a:t>
            </a:r>
            <a:r>
              <a:rPr lang="en-US" sz="1500" b="0" i="0">
                <a:solidFill>
                  <a:srgbClr val="DDDFF0"/>
                </a:solidFill>
                <a:latin typeface="Segoe UI"/>
              </a:rPr>
              <a:t>.</a:t>
            </a:r>
          </a:p>
          <a:p>
            <a:pPr algn="l">
              <a:lnSpc>
                <a:spcPct val="120000"/>
              </a:lnSpc>
            </a:pPr>
            <a:r>
              <a:rPr lang="en-US" sz="1500">
                <a:solidFill>
                  <a:srgbClr val="DDDFF0"/>
                </a:solidFill>
                <a:latin typeface="Segoe UI"/>
              </a:rPr>
              <a:t>W</a:t>
            </a:r>
            <a:r>
              <a:rPr sz="1500" b="0" i="0">
                <a:solidFill>
                  <a:srgbClr val="DDDFF0"/>
                </a:solidFill>
                <a:latin typeface="Segoe UI"/>
              </a:rPr>
              <a:t>hat w</a:t>
            </a:r>
            <a:r>
              <a:rPr lang="en-US" sz="1500" b="0" i="0">
                <a:solidFill>
                  <a:srgbClr val="DDDFF0"/>
                </a:solidFill>
                <a:latin typeface="Segoe UI"/>
              </a:rPr>
              <a:t>as</a:t>
            </a:r>
            <a:r>
              <a:rPr sz="1500" b="0" i="0">
                <a:solidFill>
                  <a:srgbClr val="DDDFF0"/>
                </a:solidFill>
                <a:latin typeface="Segoe UI"/>
              </a:rPr>
              <a:t> tested,</a:t>
            </a:r>
            <a:r>
              <a:rPr lang="en-US" sz="1500" b="0" i="0">
                <a:solidFill>
                  <a:srgbClr val="DDDFF0"/>
                </a:solidFill>
                <a:latin typeface="Segoe UI"/>
              </a:rPr>
              <a:t> </a:t>
            </a:r>
            <a:r>
              <a:rPr sz="1500" b="0" i="0">
                <a:solidFill>
                  <a:srgbClr val="DDDFF0"/>
                </a:solidFill>
                <a:latin typeface="Segoe UI"/>
              </a:rPr>
              <a:t>what </a:t>
            </a:r>
            <a:r>
              <a:rPr lang="en-US" sz="1500" b="0" i="0">
                <a:solidFill>
                  <a:srgbClr val="DDDFF0"/>
                </a:solidFill>
                <a:latin typeface="Segoe UI"/>
              </a:rPr>
              <a:t>was</a:t>
            </a:r>
            <a:r>
              <a:rPr sz="1500" b="0" i="0">
                <a:solidFill>
                  <a:srgbClr val="DDDFF0"/>
                </a:solidFill>
                <a:latin typeface="Segoe UI"/>
              </a:rPr>
              <a:t> found, and what it means.</a:t>
            </a:r>
          </a:p>
        </p:txBody>
      </p:sp>
      <p:sp>
        <p:nvSpPr>
          <p:cNvPr id="9" name="LogoBadge">
            <a:extLst>
              <a:ext uri="{FF2B5EF4-FFF2-40B4-BE49-F238E27FC236}">
                <a16:creationId xmlns:a16="http://schemas.microsoft.com/office/drawing/2014/main" id="{17F46FB0-9B80-8152-3218-C6CA692FF861}"/>
              </a:ext>
            </a:extLst>
          </p:cNvPr>
          <p:cNvSpPr/>
          <p:nvPr/>
        </p:nvSpPr>
        <p:spPr>
          <a:xfrm>
            <a:off x="457200" y="5989320"/>
            <a:ext cx="777240" cy="7772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Logo" descr="main_logo.png">
            <a:extLst>
              <a:ext uri="{FF2B5EF4-FFF2-40B4-BE49-F238E27FC236}">
                <a16:creationId xmlns:a16="http://schemas.microsoft.com/office/drawing/2014/main" id="{D0DA90C7-0FF0-5ED3-8D87-9E1FA63B0967}"/>
              </a:ext>
            </a:extLst>
          </p:cNvPr>
          <p:cNvPicPr>
            <a:picLocks noChangeAspect="1"/>
          </p:cNvPicPr>
          <p:nvPr/>
        </p:nvPicPr>
        <p:blipFill>
          <a:blip r:embed="rId2"/>
          <a:stretch>
            <a:fillRect/>
          </a:stretch>
        </p:blipFill>
        <p:spPr>
          <a:xfrm>
            <a:off x="580644" y="6112764"/>
            <a:ext cx="548640" cy="548640"/>
          </a:xfrm>
          <a:prstGeom prst="rect">
            <a:avLst/>
          </a:prstGeom>
        </p:spPr>
      </p:pic>
      <p:sp>
        <p:nvSpPr>
          <p:cNvPr id="11" name="PageNum">
            <a:extLst>
              <a:ext uri="{FF2B5EF4-FFF2-40B4-BE49-F238E27FC236}">
                <a16:creationId xmlns:a16="http://schemas.microsoft.com/office/drawing/2014/main" id="{49C9995B-3070-BE6B-96E3-C87B01B104A4}"/>
              </a:ext>
            </a:extLst>
          </p:cNvPr>
          <p:cNvSpPr txBox="1"/>
          <p:nvPr/>
        </p:nvSpPr>
        <p:spPr>
          <a:xfrm>
            <a:off x="11292840" y="6263640"/>
            <a:ext cx="640080" cy="365760"/>
          </a:xfrm>
          <a:prstGeom prst="rect">
            <a:avLst/>
          </a:prstGeom>
          <a:noFill/>
        </p:spPr>
        <p:txBody>
          <a:bodyPr wrap="square" lIns="0" tIns="0" rIns="0" bIns="0" anchor="t">
            <a:spAutoFit/>
          </a:bodyPr>
          <a:lstStyle/>
          <a:p>
            <a:pPr algn="r"/>
            <a:r>
              <a:rPr sz="1300" b="1" i="0">
                <a:solidFill>
                  <a:srgbClr val="FFCB05"/>
                </a:solidFill>
                <a:latin typeface="Segoe UI"/>
              </a:rPr>
              <a:t>10</a:t>
            </a:r>
          </a:p>
        </p:txBody>
      </p:sp>
    </p:spTree>
    <p:extLst>
      <p:ext uri="{BB962C8B-B14F-4D97-AF65-F5344CB8AC3E}">
        <p14:creationId xmlns:p14="http://schemas.microsoft.com/office/powerpoint/2010/main" val="1801748907"/>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AB9C3D-5170-6CE8-AF20-A1E2B5B2BB81}"/>
            </a:ext>
          </a:extLst>
        </p:cNvPr>
        <p:cNvGrpSpPr/>
        <p:nvPr/>
      </p:nvGrpSpPr>
      <p:grpSpPr>
        <a:xfrm>
          <a:off x="0" y="0"/>
          <a:ext cx="0" cy="0"/>
          <a:chOff x="0" y="0"/>
          <a:chExt cx="0" cy="0"/>
        </a:xfrm>
      </p:grpSpPr>
      <p:sp>
        <p:nvSpPr>
          <p:cNvPr id="2" name="BgFill">
            <a:extLst>
              <a:ext uri="{FF2B5EF4-FFF2-40B4-BE49-F238E27FC236}">
                <a16:creationId xmlns:a16="http://schemas.microsoft.com/office/drawing/2014/main" id="{450C7828-5081-5905-CABA-B9105138830F}"/>
              </a:ext>
            </a:extLst>
          </p:cNvPr>
          <p:cNvSpPr>
            <a:spLocks noGrp="1" noRot="1" noMove="1" noResize="1" noEditPoints="1" noAdjustHandles="1" noChangeArrowheads="1" noChangeShapeType="1"/>
          </p:cNvSpPr>
          <p:nvPr/>
        </p:nvSpPr>
        <p:spPr>
          <a:xfrm>
            <a:off x="0" y="0"/>
            <a:ext cx="12191695" cy="6858000"/>
          </a:xfrm>
          <a:prstGeom prst="rect">
            <a:avLst/>
          </a:prstGeom>
          <a:solidFill>
            <a:srgbClr val="F0F1F8"/>
          </a:solidFill>
          <a:ln>
            <a:noFill/>
          </a:ln>
          <a:effectLst/>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endParaRPr lang="en-US">
              <a:ea typeface="Calibri"/>
              <a:cs typeface="Calibri"/>
            </a:endParaRPr>
          </a:p>
        </p:txBody>
      </p:sp>
      <p:sp>
        <p:nvSpPr>
          <p:cNvPr id="3" name="BrandBar">
            <a:extLst>
              <a:ext uri="{FF2B5EF4-FFF2-40B4-BE49-F238E27FC236}">
                <a16:creationId xmlns:a16="http://schemas.microsoft.com/office/drawing/2014/main" id="{AC468337-7A79-383F-4875-EFE10DDB1C1F}"/>
              </a:ext>
            </a:extLst>
          </p:cNvPr>
          <p:cNvSpPr/>
          <p:nvPr/>
        </p:nvSpPr>
        <p:spPr>
          <a:xfrm>
            <a:off x="0" y="0"/>
            <a:ext cx="12191695" cy="1188720"/>
          </a:xfrm>
          <a:prstGeom prst="rect">
            <a:avLst/>
          </a:prstGeom>
          <a:solidFill>
            <a:srgbClr val="272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AccentCircle">
            <a:extLst>
              <a:ext uri="{FF2B5EF4-FFF2-40B4-BE49-F238E27FC236}">
                <a16:creationId xmlns:a16="http://schemas.microsoft.com/office/drawing/2014/main" id="{3FE171C0-7EDA-66DC-FC16-B5D3FD33777B}"/>
              </a:ext>
            </a:extLst>
          </p:cNvPr>
          <p:cNvSpPr/>
          <p:nvPr/>
        </p:nvSpPr>
        <p:spPr>
          <a:xfrm>
            <a:off x="10744200" y="137160"/>
            <a:ext cx="914400" cy="914400"/>
          </a:xfrm>
          <a:prstGeom prst="ellipse">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HeaderTitle">
            <a:extLst>
              <a:ext uri="{FF2B5EF4-FFF2-40B4-BE49-F238E27FC236}">
                <a16:creationId xmlns:a16="http://schemas.microsoft.com/office/drawing/2014/main" id="{ED34DADE-9DD2-EAB9-2A34-53CECBB07987}"/>
              </a:ext>
            </a:extLst>
          </p:cNvPr>
          <p:cNvSpPr txBox="1"/>
          <p:nvPr/>
        </p:nvSpPr>
        <p:spPr>
          <a:xfrm>
            <a:off x="548640" y="329184"/>
            <a:ext cx="8686800" cy="400110"/>
          </a:xfrm>
          <a:prstGeom prst="rect">
            <a:avLst/>
          </a:prstGeom>
          <a:noFill/>
        </p:spPr>
        <p:txBody>
          <a:bodyPr wrap="square" lIns="0" tIns="0" rIns="0" bIns="0" anchor="t">
            <a:spAutoFit/>
          </a:bodyPr>
          <a:lstStyle/>
          <a:p>
            <a:r>
              <a:rPr lang="en-US" sz="2600" b="1">
                <a:solidFill>
                  <a:srgbClr val="FFFFFF"/>
                </a:solidFill>
                <a:latin typeface="Segoe UI"/>
              </a:rPr>
              <a:t>Usability Testing</a:t>
            </a:r>
            <a:endParaRPr lang="en-US"/>
          </a:p>
        </p:txBody>
      </p:sp>
      <p:sp>
        <p:nvSpPr>
          <p:cNvPr id="6" name="KickerLine2">
            <a:extLst>
              <a:ext uri="{FF2B5EF4-FFF2-40B4-BE49-F238E27FC236}">
                <a16:creationId xmlns:a16="http://schemas.microsoft.com/office/drawing/2014/main" id="{41855223-AE0D-6F03-ABBE-2FDB2100B89A}"/>
              </a:ext>
            </a:extLst>
          </p:cNvPr>
          <p:cNvSpPr/>
          <p:nvPr/>
        </p:nvSpPr>
        <p:spPr>
          <a:xfrm>
            <a:off x="0" y="1188720"/>
            <a:ext cx="12191695" cy="45720"/>
          </a:xfrm>
          <a:prstGeom prst="rect">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LogoBadge">
            <a:extLst>
              <a:ext uri="{FF2B5EF4-FFF2-40B4-BE49-F238E27FC236}">
                <a16:creationId xmlns:a16="http://schemas.microsoft.com/office/drawing/2014/main" id="{CE513E82-5BE9-20DB-5593-F45BA509E614}"/>
              </a:ext>
            </a:extLst>
          </p:cNvPr>
          <p:cNvSpPr/>
          <p:nvPr/>
        </p:nvSpPr>
        <p:spPr>
          <a:xfrm>
            <a:off x="457200" y="5989320"/>
            <a:ext cx="777240" cy="7772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1" name="Logo" descr="main_logo.png">
            <a:extLst>
              <a:ext uri="{FF2B5EF4-FFF2-40B4-BE49-F238E27FC236}">
                <a16:creationId xmlns:a16="http://schemas.microsoft.com/office/drawing/2014/main" id="{73A34E7C-5021-D78C-E2A8-73883A2B9036}"/>
              </a:ext>
            </a:extLst>
          </p:cNvPr>
          <p:cNvPicPr>
            <a:picLocks noChangeAspect="1"/>
          </p:cNvPicPr>
          <p:nvPr/>
        </p:nvPicPr>
        <p:blipFill>
          <a:blip r:embed="rId3"/>
          <a:stretch>
            <a:fillRect/>
          </a:stretch>
        </p:blipFill>
        <p:spPr>
          <a:xfrm>
            <a:off x="580644" y="6112764"/>
            <a:ext cx="548640" cy="548640"/>
          </a:xfrm>
          <a:prstGeom prst="rect">
            <a:avLst/>
          </a:prstGeom>
        </p:spPr>
      </p:pic>
      <p:sp>
        <p:nvSpPr>
          <p:cNvPr id="22" name="PageNum">
            <a:extLst>
              <a:ext uri="{FF2B5EF4-FFF2-40B4-BE49-F238E27FC236}">
                <a16:creationId xmlns:a16="http://schemas.microsoft.com/office/drawing/2014/main" id="{98F548C6-33D8-1783-1361-9441E2E98E02}"/>
              </a:ext>
            </a:extLst>
          </p:cNvPr>
          <p:cNvSpPr txBox="1"/>
          <p:nvPr/>
        </p:nvSpPr>
        <p:spPr>
          <a:xfrm>
            <a:off x="11292840" y="6263640"/>
            <a:ext cx="640080" cy="365760"/>
          </a:xfrm>
          <a:prstGeom prst="rect">
            <a:avLst/>
          </a:prstGeom>
          <a:noFill/>
        </p:spPr>
        <p:txBody>
          <a:bodyPr wrap="square" lIns="0" tIns="0" rIns="0" bIns="0" anchor="t">
            <a:spAutoFit/>
          </a:bodyPr>
          <a:lstStyle/>
          <a:p>
            <a:pPr algn="r"/>
            <a:r>
              <a:rPr sz="1300" b="1" i="0">
                <a:solidFill>
                  <a:srgbClr val="27247B"/>
                </a:solidFill>
                <a:latin typeface="Segoe UI"/>
              </a:rPr>
              <a:t>06</a:t>
            </a:r>
          </a:p>
        </p:txBody>
      </p:sp>
      <p:sp>
        <p:nvSpPr>
          <p:cNvPr id="8" name="StepNum_0">
            <a:extLst>
              <a:ext uri="{FF2B5EF4-FFF2-40B4-BE49-F238E27FC236}">
                <a16:creationId xmlns:a16="http://schemas.microsoft.com/office/drawing/2014/main" id="{354F4AF7-5EC9-7A76-F80F-1700C3BA35F4}"/>
              </a:ext>
            </a:extLst>
          </p:cNvPr>
          <p:cNvSpPr txBox="1"/>
          <p:nvPr/>
        </p:nvSpPr>
        <p:spPr>
          <a:xfrm>
            <a:off x="10886439" y="459488"/>
            <a:ext cx="640080" cy="276999"/>
          </a:xfrm>
          <a:prstGeom prst="rect">
            <a:avLst/>
          </a:prstGeom>
          <a:noFill/>
        </p:spPr>
        <p:txBody>
          <a:bodyPr wrap="square" lIns="0" tIns="0" rIns="0" bIns="0" anchor="ctr">
            <a:spAutoFit/>
          </a:bodyPr>
          <a:lstStyle/>
          <a:p>
            <a:pPr algn="ctr"/>
            <a:r>
              <a:rPr lang="en-US" b="1">
                <a:solidFill>
                  <a:srgbClr val="27247B"/>
                </a:solidFill>
                <a:latin typeface="Segoe UI"/>
              </a:rPr>
              <a:t>04</a:t>
            </a:r>
            <a:endParaRPr lang="en-US" sz="1800" b="1" i="0">
              <a:solidFill>
                <a:srgbClr val="27247B"/>
              </a:solidFill>
              <a:latin typeface="Segoe UI"/>
              <a:cs typeface="Segoe UI"/>
            </a:endParaRPr>
          </a:p>
        </p:txBody>
      </p:sp>
    </p:spTree>
    <p:extLst>
      <p:ext uri="{BB962C8B-B14F-4D97-AF65-F5344CB8AC3E}">
        <p14:creationId xmlns:p14="http://schemas.microsoft.com/office/powerpoint/2010/main" val="210084081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Panel"/>
          <p:cNvSpPr/>
          <p:nvPr/>
        </p:nvSpPr>
        <p:spPr>
          <a:xfrm>
            <a:off x="0" y="0"/>
            <a:ext cx="12191695" cy="6858000"/>
          </a:xfrm>
          <a:prstGeom prst="rect">
            <a:avLst/>
          </a:prstGeom>
          <a:gradFill rotWithShape="1">
            <a:gsLst>
              <a:gs pos="0">
                <a:srgbClr val="27247B"/>
              </a:gs>
              <a:gs pos="100000">
                <a:srgbClr val="1A1860"/>
              </a:gs>
            </a:gsLst>
            <a:lin ang="189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AccentCircle"/>
          <p:cNvSpPr/>
          <p:nvPr/>
        </p:nvSpPr>
        <p:spPr>
          <a:xfrm>
            <a:off x="9966960" y="-1554480"/>
            <a:ext cx="4023360" cy="4023360"/>
          </a:xfrm>
          <a:prstGeom prst="ellipse">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ingOutline"/>
          <p:cNvSpPr/>
          <p:nvPr/>
        </p:nvSpPr>
        <p:spPr>
          <a:xfrm>
            <a:off x="-2103120" y="3017520"/>
            <a:ext cx="4572000" cy="4572000"/>
          </a:xfrm>
          <a:prstGeom prst="ellipse">
            <a:avLst/>
          </a:prstGeom>
          <a:noFill/>
          <a:ln w="25400">
            <a:solidFill>
              <a:srgbClr val="4E73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itle"/>
          <p:cNvSpPr txBox="1"/>
          <p:nvPr/>
        </p:nvSpPr>
        <p:spPr>
          <a:xfrm>
            <a:off x="914400" y="2377440"/>
            <a:ext cx="8412480" cy="1005840"/>
          </a:xfrm>
          <a:prstGeom prst="rect">
            <a:avLst/>
          </a:prstGeom>
          <a:noFill/>
        </p:spPr>
        <p:txBody>
          <a:bodyPr wrap="square" lIns="0" tIns="0" rIns="0" bIns="0" anchor="t">
            <a:spAutoFit/>
          </a:bodyPr>
          <a:lstStyle/>
          <a:p>
            <a:pPr algn="l"/>
            <a:r>
              <a:rPr sz="4400" b="1" i="0">
                <a:solidFill>
                  <a:srgbClr val="FFFFFF"/>
                </a:solidFill>
                <a:latin typeface="Segoe UI"/>
              </a:rPr>
              <a:t>Thank You</a:t>
            </a:r>
          </a:p>
        </p:txBody>
      </p:sp>
      <p:sp>
        <p:nvSpPr>
          <p:cNvPr id="8" name="LogoBadge"/>
          <p:cNvSpPr/>
          <p:nvPr/>
        </p:nvSpPr>
        <p:spPr>
          <a:xfrm>
            <a:off x="457200" y="5989320"/>
            <a:ext cx="777240" cy="7772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9" name="Logo" descr="main_logo.png"/>
          <p:cNvPicPr>
            <a:picLocks noChangeAspect="1"/>
          </p:cNvPicPr>
          <p:nvPr/>
        </p:nvPicPr>
        <p:blipFill>
          <a:blip r:embed="rId2"/>
          <a:stretch>
            <a:fillRect/>
          </a:stretch>
        </p:blipFill>
        <p:spPr>
          <a:xfrm>
            <a:off x="580644" y="6112764"/>
            <a:ext cx="548640" cy="548640"/>
          </a:xfrm>
          <a:prstGeom prst="rect">
            <a:avLst/>
          </a:prstGeom>
        </p:spPr>
      </p:pic>
      <p:sp>
        <p:nvSpPr>
          <p:cNvPr id="10" name="PageNum"/>
          <p:cNvSpPr txBox="1"/>
          <p:nvPr/>
        </p:nvSpPr>
        <p:spPr>
          <a:xfrm>
            <a:off x="11292840" y="6263640"/>
            <a:ext cx="640080" cy="365760"/>
          </a:xfrm>
          <a:prstGeom prst="rect">
            <a:avLst/>
          </a:prstGeom>
          <a:noFill/>
        </p:spPr>
        <p:txBody>
          <a:bodyPr wrap="square" lIns="0" tIns="0" rIns="0" bIns="0" anchor="t">
            <a:spAutoFit/>
          </a:bodyPr>
          <a:lstStyle/>
          <a:p>
            <a:pPr algn="r"/>
            <a:r>
              <a:rPr sz="1300" b="1" i="0">
                <a:solidFill>
                  <a:srgbClr val="FFCB05"/>
                </a:solidFill>
                <a:latin typeface="Segoe UI"/>
              </a:rPr>
              <a:t>10</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F7375C-14B7-6291-59A6-FD0B0C378C61}"/>
            </a:ext>
          </a:extLst>
        </p:cNvPr>
        <p:cNvGrpSpPr/>
        <p:nvPr/>
      </p:nvGrpSpPr>
      <p:grpSpPr>
        <a:xfrm>
          <a:off x="0" y="0"/>
          <a:ext cx="0" cy="0"/>
          <a:chOff x="0" y="0"/>
          <a:chExt cx="0" cy="0"/>
        </a:xfrm>
      </p:grpSpPr>
      <p:sp>
        <p:nvSpPr>
          <p:cNvPr id="2" name="BgFill">
            <a:extLst>
              <a:ext uri="{FF2B5EF4-FFF2-40B4-BE49-F238E27FC236}">
                <a16:creationId xmlns:a16="http://schemas.microsoft.com/office/drawing/2014/main" id="{F4EDE7E0-E778-3047-586B-AD75B698C863}"/>
              </a:ext>
            </a:extLst>
          </p:cNvPr>
          <p:cNvSpPr>
            <a:spLocks noGrp="1" noRot="1" noMove="1" noResize="1" noEditPoints="1" noAdjustHandles="1" noChangeArrowheads="1" noChangeShapeType="1"/>
          </p:cNvSpPr>
          <p:nvPr/>
        </p:nvSpPr>
        <p:spPr>
          <a:xfrm>
            <a:off x="0" y="0"/>
            <a:ext cx="12191695" cy="6858000"/>
          </a:xfrm>
          <a:prstGeom prst="rect">
            <a:avLst/>
          </a:prstGeom>
          <a:solidFill>
            <a:srgbClr val="F0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BrandBar">
            <a:extLst>
              <a:ext uri="{FF2B5EF4-FFF2-40B4-BE49-F238E27FC236}">
                <a16:creationId xmlns:a16="http://schemas.microsoft.com/office/drawing/2014/main" id="{8CD6F63A-B996-1DD7-14E5-1BBF834CB3D3}"/>
              </a:ext>
            </a:extLst>
          </p:cNvPr>
          <p:cNvSpPr/>
          <p:nvPr/>
        </p:nvSpPr>
        <p:spPr>
          <a:xfrm>
            <a:off x="0" y="0"/>
            <a:ext cx="12191695" cy="1188720"/>
          </a:xfrm>
          <a:prstGeom prst="rect">
            <a:avLst/>
          </a:prstGeom>
          <a:solidFill>
            <a:srgbClr val="272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AccentCircle">
            <a:extLst>
              <a:ext uri="{FF2B5EF4-FFF2-40B4-BE49-F238E27FC236}">
                <a16:creationId xmlns:a16="http://schemas.microsoft.com/office/drawing/2014/main" id="{765B9B6A-FCAF-4A3F-F7DC-1846946E5115}"/>
              </a:ext>
            </a:extLst>
          </p:cNvPr>
          <p:cNvSpPr/>
          <p:nvPr/>
        </p:nvSpPr>
        <p:spPr>
          <a:xfrm>
            <a:off x="10744200" y="137160"/>
            <a:ext cx="914400" cy="914400"/>
          </a:xfrm>
          <a:prstGeom prst="ellipse">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HeaderTitle">
            <a:extLst>
              <a:ext uri="{FF2B5EF4-FFF2-40B4-BE49-F238E27FC236}">
                <a16:creationId xmlns:a16="http://schemas.microsoft.com/office/drawing/2014/main" id="{9FBB1AF6-BEBA-4EE0-6D43-5868F886099C}"/>
              </a:ext>
            </a:extLst>
          </p:cNvPr>
          <p:cNvSpPr txBox="1"/>
          <p:nvPr/>
        </p:nvSpPr>
        <p:spPr>
          <a:xfrm>
            <a:off x="548640" y="329184"/>
            <a:ext cx="8686800" cy="400110"/>
          </a:xfrm>
          <a:prstGeom prst="rect">
            <a:avLst/>
          </a:prstGeom>
          <a:noFill/>
        </p:spPr>
        <p:txBody>
          <a:bodyPr wrap="square" lIns="0" tIns="0" rIns="0" bIns="0" anchor="t">
            <a:spAutoFit/>
          </a:bodyPr>
          <a:lstStyle/>
          <a:p>
            <a:pPr algn="l"/>
            <a:r>
              <a:rPr lang="en-US" sz="2600" b="1" i="0">
                <a:solidFill>
                  <a:srgbClr val="FFFFFF"/>
                </a:solidFill>
                <a:latin typeface="Segoe UI"/>
              </a:rPr>
              <a:t>Git History Audit</a:t>
            </a:r>
            <a:endParaRPr sz="2600" b="1" i="0">
              <a:solidFill>
                <a:srgbClr val="FFFFFF"/>
              </a:solidFill>
              <a:latin typeface="Segoe UI"/>
            </a:endParaRPr>
          </a:p>
        </p:txBody>
      </p:sp>
      <p:sp>
        <p:nvSpPr>
          <p:cNvPr id="6" name="KickerLine2">
            <a:extLst>
              <a:ext uri="{FF2B5EF4-FFF2-40B4-BE49-F238E27FC236}">
                <a16:creationId xmlns:a16="http://schemas.microsoft.com/office/drawing/2014/main" id="{93F2E249-8CCA-7D65-71B0-1039B4C9E9AB}"/>
              </a:ext>
            </a:extLst>
          </p:cNvPr>
          <p:cNvSpPr/>
          <p:nvPr/>
        </p:nvSpPr>
        <p:spPr>
          <a:xfrm>
            <a:off x="0" y="1188720"/>
            <a:ext cx="12191695" cy="45720"/>
          </a:xfrm>
          <a:prstGeom prst="rect">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BodyHeading">
            <a:extLst>
              <a:ext uri="{FF2B5EF4-FFF2-40B4-BE49-F238E27FC236}">
                <a16:creationId xmlns:a16="http://schemas.microsoft.com/office/drawing/2014/main" id="{60B9036F-29E3-4207-0EAF-72C200C30471}"/>
              </a:ext>
            </a:extLst>
          </p:cNvPr>
          <p:cNvSpPr txBox="1"/>
          <p:nvPr/>
        </p:nvSpPr>
        <p:spPr>
          <a:xfrm>
            <a:off x="6035040" y="1828800"/>
            <a:ext cx="5577840" cy="307777"/>
          </a:xfrm>
          <a:prstGeom prst="rect">
            <a:avLst/>
          </a:prstGeom>
          <a:noFill/>
        </p:spPr>
        <p:txBody>
          <a:bodyPr wrap="square" lIns="0" tIns="0" rIns="0" bIns="0" anchor="t">
            <a:spAutoFit/>
          </a:bodyPr>
          <a:lstStyle/>
          <a:p>
            <a:pPr algn="l"/>
            <a:r>
              <a:rPr lang="en-US" sz="2000" b="1" i="0">
                <a:solidFill>
                  <a:srgbClr val="27247B"/>
                </a:solidFill>
                <a:latin typeface="Segoe UI"/>
              </a:rPr>
              <a:t>Secrets Committed to Git</a:t>
            </a:r>
            <a:endParaRPr sz="2000" b="1" i="0">
              <a:solidFill>
                <a:srgbClr val="27247B"/>
              </a:solidFill>
              <a:latin typeface="Segoe UI"/>
            </a:endParaRPr>
          </a:p>
        </p:txBody>
      </p:sp>
      <p:sp>
        <p:nvSpPr>
          <p:cNvPr id="13" name="BodyPara">
            <a:extLst>
              <a:ext uri="{FF2B5EF4-FFF2-40B4-BE49-F238E27FC236}">
                <a16:creationId xmlns:a16="http://schemas.microsoft.com/office/drawing/2014/main" id="{E867557F-7891-E507-4ADE-2EBD4E1ECF2B}"/>
              </a:ext>
            </a:extLst>
          </p:cNvPr>
          <p:cNvSpPr txBox="1"/>
          <p:nvPr/>
        </p:nvSpPr>
        <p:spPr>
          <a:xfrm>
            <a:off x="6035040" y="2164273"/>
            <a:ext cx="5577840" cy="670440"/>
          </a:xfrm>
          <a:prstGeom prst="rect">
            <a:avLst/>
          </a:prstGeom>
          <a:noFill/>
        </p:spPr>
        <p:txBody>
          <a:bodyPr wrap="square" lIns="0" tIns="0" rIns="0" bIns="0" anchor="t">
            <a:spAutoFit/>
          </a:bodyPr>
          <a:lstStyle/>
          <a:p>
            <a:pPr>
              <a:lnSpc>
                <a:spcPct val="115000"/>
              </a:lnSpc>
            </a:pPr>
            <a:r>
              <a:rPr lang="en-US" sz="1300">
                <a:solidFill>
                  <a:srgbClr val="2D2D3A"/>
                </a:solidFill>
                <a:latin typeface="Segoe UI"/>
              </a:rPr>
              <a:t>A .env file with live database, session, and Cloudinary credentials was tracked in git history across 3 commits, in both repos, with no .gitignore in place. Rated </a:t>
            </a:r>
            <a:r>
              <a:rPr lang="en-US" sz="1300">
                <a:solidFill>
                  <a:srgbClr val="FF0000"/>
                </a:solidFill>
                <a:latin typeface="Segoe UI"/>
              </a:rPr>
              <a:t>Critical Severity.</a:t>
            </a:r>
            <a:r>
              <a:rPr lang="en-US" sz="1300">
                <a:solidFill>
                  <a:srgbClr val="2D2D3A"/>
                </a:solidFill>
                <a:latin typeface="Segoe UI"/>
              </a:rPr>
              <a:t> </a:t>
            </a:r>
            <a:endParaRPr lang="en-US" sz="1300" b="0" i="0">
              <a:solidFill>
                <a:srgbClr val="2D2D3A"/>
              </a:solidFill>
              <a:latin typeface="Segoe UI"/>
              <a:cs typeface="Segoe UI"/>
            </a:endParaRPr>
          </a:p>
        </p:txBody>
      </p:sp>
      <p:sp>
        <p:nvSpPr>
          <p:cNvPr id="14" name="MiniDot_4.25">
            <a:extLst>
              <a:ext uri="{FF2B5EF4-FFF2-40B4-BE49-F238E27FC236}">
                <a16:creationId xmlns:a16="http://schemas.microsoft.com/office/drawing/2014/main" id="{A951E3F0-1243-A868-3494-E49995B1BE39}"/>
              </a:ext>
            </a:extLst>
          </p:cNvPr>
          <p:cNvSpPr/>
          <p:nvPr/>
        </p:nvSpPr>
        <p:spPr>
          <a:xfrm>
            <a:off x="6035040" y="3200039"/>
            <a:ext cx="109728" cy="109728"/>
          </a:xfrm>
          <a:prstGeom prst="rect">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MiniTxt_4.25">
            <a:extLst>
              <a:ext uri="{FF2B5EF4-FFF2-40B4-BE49-F238E27FC236}">
                <a16:creationId xmlns:a16="http://schemas.microsoft.com/office/drawing/2014/main" id="{DCE412B2-1938-0239-793B-DE32A0D9A84C}"/>
              </a:ext>
            </a:extLst>
          </p:cNvPr>
          <p:cNvSpPr txBox="1"/>
          <p:nvPr/>
        </p:nvSpPr>
        <p:spPr>
          <a:xfrm>
            <a:off x="6284061" y="3154875"/>
            <a:ext cx="5120640" cy="200055"/>
          </a:xfrm>
          <a:prstGeom prst="rect">
            <a:avLst/>
          </a:prstGeom>
          <a:noFill/>
        </p:spPr>
        <p:txBody>
          <a:bodyPr wrap="square" lIns="0" tIns="0" rIns="0" bIns="0" anchor="t">
            <a:spAutoFit/>
          </a:bodyPr>
          <a:lstStyle/>
          <a:p>
            <a:r>
              <a:rPr lang="en-US" sz="1300">
                <a:solidFill>
                  <a:srgbClr val="2D2D3A"/>
                </a:solidFill>
                <a:latin typeface="Segoe UI"/>
              </a:rPr>
              <a:t>Database credentials — full read/write DB access </a:t>
            </a:r>
            <a:r>
              <a:rPr lang="en-US" sz="1300">
                <a:solidFill>
                  <a:srgbClr val="FF0000"/>
                </a:solidFill>
                <a:latin typeface="Segoe UI"/>
              </a:rPr>
              <a:t>(Critical)</a:t>
            </a:r>
            <a:endParaRPr lang="en-US">
              <a:solidFill>
                <a:srgbClr val="FF0000"/>
              </a:solidFill>
              <a:ea typeface="Calibri"/>
              <a:cs typeface="Calibri"/>
            </a:endParaRPr>
          </a:p>
        </p:txBody>
      </p:sp>
      <p:sp>
        <p:nvSpPr>
          <p:cNvPr id="16" name="MiniDot_4.8">
            <a:extLst>
              <a:ext uri="{FF2B5EF4-FFF2-40B4-BE49-F238E27FC236}">
                <a16:creationId xmlns:a16="http://schemas.microsoft.com/office/drawing/2014/main" id="{AF001DAF-BF70-5CC1-A665-90BD5E30BE5E}"/>
              </a:ext>
            </a:extLst>
          </p:cNvPr>
          <p:cNvSpPr/>
          <p:nvPr/>
        </p:nvSpPr>
        <p:spPr>
          <a:xfrm>
            <a:off x="6035040" y="3702959"/>
            <a:ext cx="109728" cy="109728"/>
          </a:xfrm>
          <a:prstGeom prst="rect">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MiniTxt_4.8">
            <a:extLst>
              <a:ext uri="{FF2B5EF4-FFF2-40B4-BE49-F238E27FC236}">
                <a16:creationId xmlns:a16="http://schemas.microsoft.com/office/drawing/2014/main" id="{8C086A90-9F1D-FC14-9382-6910AFA909D8}"/>
              </a:ext>
            </a:extLst>
          </p:cNvPr>
          <p:cNvSpPr txBox="1"/>
          <p:nvPr/>
        </p:nvSpPr>
        <p:spPr>
          <a:xfrm>
            <a:off x="6284061" y="3659337"/>
            <a:ext cx="5768340" cy="200055"/>
          </a:xfrm>
          <a:prstGeom prst="rect">
            <a:avLst/>
          </a:prstGeom>
          <a:noFill/>
        </p:spPr>
        <p:txBody>
          <a:bodyPr wrap="square" lIns="0" tIns="0" rIns="0" bIns="0" anchor="t">
            <a:spAutoFit/>
          </a:bodyPr>
          <a:lstStyle/>
          <a:p>
            <a:r>
              <a:rPr lang="en-US" sz="1300">
                <a:solidFill>
                  <a:srgbClr val="2D2D3A"/>
                </a:solidFill>
                <a:latin typeface="Segoe UI"/>
              </a:rPr>
              <a:t>Session secret — could forge valid admin login cookies </a:t>
            </a:r>
            <a:r>
              <a:rPr lang="en-US" sz="1300">
                <a:solidFill>
                  <a:srgbClr val="FF0000"/>
                </a:solidFill>
                <a:latin typeface="Segoe UI"/>
              </a:rPr>
              <a:t>(Critical)   </a:t>
            </a:r>
            <a:endParaRPr lang="en-US">
              <a:solidFill>
                <a:srgbClr val="FF0000"/>
              </a:solidFill>
            </a:endParaRPr>
          </a:p>
        </p:txBody>
      </p:sp>
      <p:sp>
        <p:nvSpPr>
          <p:cNvPr id="18" name="MiniDot_5.35">
            <a:extLst>
              <a:ext uri="{FF2B5EF4-FFF2-40B4-BE49-F238E27FC236}">
                <a16:creationId xmlns:a16="http://schemas.microsoft.com/office/drawing/2014/main" id="{3466F31C-9CEE-6F31-F85A-7431564F665E}"/>
              </a:ext>
            </a:extLst>
          </p:cNvPr>
          <p:cNvSpPr/>
          <p:nvPr/>
        </p:nvSpPr>
        <p:spPr>
          <a:xfrm>
            <a:off x="6035040" y="4205879"/>
            <a:ext cx="109728" cy="109728"/>
          </a:xfrm>
          <a:prstGeom prst="rect">
            <a:avLst/>
          </a:prstGeom>
          <a:solidFill>
            <a:srgbClr val="FFCB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MiniTxt_5.35">
            <a:extLst>
              <a:ext uri="{FF2B5EF4-FFF2-40B4-BE49-F238E27FC236}">
                <a16:creationId xmlns:a16="http://schemas.microsoft.com/office/drawing/2014/main" id="{E05FEFD1-22DD-C81D-01AD-5B373D0C48DE}"/>
              </a:ext>
            </a:extLst>
          </p:cNvPr>
          <p:cNvSpPr txBox="1"/>
          <p:nvPr/>
        </p:nvSpPr>
        <p:spPr>
          <a:xfrm>
            <a:off x="6284061" y="4163799"/>
            <a:ext cx="5120640" cy="200055"/>
          </a:xfrm>
          <a:prstGeom prst="rect">
            <a:avLst/>
          </a:prstGeom>
          <a:noFill/>
        </p:spPr>
        <p:txBody>
          <a:bodyPr wrap="square" lIns="0" tIns="0" rIns="0" bIns="0" anchor="t">
            <a:spAutoFit/>
          </a:bodyPr>
          <a:lstStyle/>
          <a:p>
            <a:pPr algn="l"/>
            <a:r>
              <a:rPr lang="en-US" sz="1300" b="0" i="0">
                <a:solidFill>
                  <a:srgbClr val="2D2D3A"/>
                </a:solidFill>
                <a:latin typeface="Segoe UI"/>
              </a:rPr>
              <a:t>Cloudinary API key &amp; secret — full media account access </a:t>
            </a:r>
            <a:r>
              <a:rPr lang="en-US" sz="1300" b="0" i="0">
                <a:solidFill>
                  <a:srgbClr val="FF0000"/>
                </a:solidFill>
                <a:latin typeface="Segoe UI"/>
              </a:rPr>
              <a:t>(Critical)</a:t>
            </a:r>
            <a:endParaRPr sz="1300" b="0" i="0">
              <a:solidFill>
                <a:srgbClr val="FF0000"/>
              </a:solidFill>
              <a:latin typeface="Segoe UI"/>
            </a:endParaRPr>
          </a:p>
        </p:txBody>
      </p:sp>
      <p:sp>
        <p:nvSpPr>
          <p:cNvPr id="20" name="LogoBadge">
            <a:extLst>
              <a:ext uri="{FF2B5EF4-FFF2-40B4-BE49-F238E27FC236}">
                <a16:creationId xmlns:a16="http://schemas.microsoft.com/office/drawing/2014/main" id="{69EACD9A-2B97-2ECB-028F-B7CEDAEF4CD7}"/>
              </a:ext>
            </a:extLst>
          </p:cNvPr>
          <p:cNvSpPr/>
          <p:nvPr/>
        </p:nvSpPr>
        <p:spPr>
          <a:xfrm>
            <a:off x="457200" y="5989320"/>
            <a:ext cx="777240" cy="7772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1" name="Logo" descr="main_logo.png">
            <a:extLst>
              <a:ext uri="{FF2B5EF4-FFF2-40B4-BE49-F238E27FC236}">
                <a16:creationId xmlns:a16="http://schemas.microsoft.com/office/drawing/2014/main" id="{7DD8E940-C2F6-D4B9-B07A-3AF8391004DB}"/>
              </a:ext>
            </a:extLst>
          </p:cNvPr>
          <p:cNvPicPr>
            <a:picLocks noChangeAspect="1"/>
          </p:cNvPicPr>
          <p:nvPr/>
        </p:nvPicPr>
        <p:blipFill>
          <a:blip r:embed="rId3"/>
          <a:stretch>
            <a:fillRect/>
          </a:stretch>
        </p:blipFill>
        <p:spPr>
          <a:xfrm>
            <a:off x="580644" y="6112764"/>
            <a:ext cx="548640" cy="548640"/>
          </a:xfrm>
          <a:prstGeom prst="rect">
            <a:avLst/>
          </a:prstGeom>
        </p:spPr>
      </p:pic>
      <p:sp>
        <p:nvSpPr>
          <p:cNvPr id="22" name="PageNum">
            <a:extLst>
              <a:ext uri="{FF2B5EF4-FFF2-40B4-BE49-F238E27FC236}">
                <a16:creationId xmlns:a16="http://schemas.microsoft.com/office/drawing/2014/main" id="{7DD5D596-298B-9690-AB6C-275A0603975D}"/>
              </a:ext>
            </a:extLst>
          </p:cNvPr>
          <p:cNvSpPr txBox="1"/>
          <p:nvPr/>
        </p:nvSpPr>
        <p:spPr>
          <a:xfrm>
            <a:off x="11292840" y="6263640"/>
            <a:ext cx="640080" cy="365760"/>
          </a:xfrm>
          <a:prstGeom prst="rect">
            <a:avLst/>
          </a:prstGeom>
          <a:noFill/>
        </p:spPr>
        <p:txBody>
          <a:bodyPr wrap="square" lIns="0" tIns="0" rIns="0" bIns="0" anchor="t">
            <a:spAutoFit/>
          </a:bodyPr>
          <a:lstStyle/>
          <a:p>
            <a:pPr algn="r"/>
            <a:r>
              <a:rPr sz="1300" b="1" i="0">
                <a:solidFill>
                  <a:srgbClr val="27247B"/>
                </a:solidFill>
                <a:latin typeface="Segoe UI"/>
              </a:rPr>
              <a:t>14</a:t>
            </a:r>
          </a:p>
        </p:txBody>
      </p:sp>
      <p:sp>
        <p:nvSpPr>
          <p:cNvPr id="11" name="ImagePlaceholder"/>
          <p:cNvSpPr/>
          <p:nvPr/>
        </p:nvSpPr>
        <p:spPr>
          <a:xfrm>
            <a:off x="548640" y="1783080"/>
            <a:ext cx="5212080" cy="4114800"/>
          </a:xfrm>
          <a:prstGeom prst="roundRect">
            <a:avLst>
              <a:gd name="adj" fmla="val 4000"/>
            </a:avLst>
          </a:prstGeom>
          <a:solidFill>
            <a:srgbClr val="1E1E2E"/>
          </a:solidFill>
          <a:ln>
            <a:noFill/>
          </a:ln>
          <a:effectLst/>
        </p:spPr>
        <p:style>
          <a:lnRef idx="1">
            <a:schemeClr val="accent1"/>
          </a:lnRef>
          <a:fillRef idx="3">
            <a:schemeClr val="accent1"/>
          </a:fillRef>
          <a:effectRef idx="2">
            <a:schemeClr val="accent1"/>
          </a:effectRef>
          <a:fontRef idx="minor">
            <a:schemeClr val="lt1"/>
          </a:fontRef>
        </p:style>
        <p:txBody>
          <a:bodyPr wrap="square" lIns="274320" tIns="274320" rIns="274320" bIns="274320" anchor="t">
            <a:noAutofit/>
          </a:bodyPr>
          <a:lstStyle/>
          <a:p>
            <a:pPr algn="l">
              <a:lnSpc>
                <a:spcPct val="130000"/>
              </a:lnSpc>
            </a:pPr>
            <a:r>
              <a:rPr lang="en-US" sz="1400" b="1" i="0">
                <a:solidFill>
                  <a:srgbClr val="FFCB05"/>
                </a:solidFill>
                <a:latin typeface="Courier New"/>
                <a:cs typeface="Courier New"/>
              </a:rPr>
              <a:t>VERIFICATION</a:t>
            </a:r>
          </a:p>
          <a:p>
            <a:pPr algn="l">
              <a:spcBef>
                <a:spcPts val="60"/>
              </a:spcBef>
            </a:pPr>
            <a:endParaRPr sz="600"/>
          </a:p>
          <a:p>
            <a:pPr algn="l">
              <a:lnSpc>
                <a:spcPct val="130000"/>
              </a:lnSpc>
            </a:pPr>
            <a:r>
              <a:rPr lang="en-US" sz="1150" b="0" i="0">
                <a:solidFill>
                  <a:srgbClr val="9AA0B4"/>
                </a:solidFill>
                <a:latin typeface="Courier New"/>
                <a:cs typeface="Courier New"/>
              </a:rPr>
              <a:t>$ git log --all --oneline -- .env</a:t>
            </a:r>
          </a:p>
          <a:p>
            <a:pPr algn="l">
              <a:lnSpc>
                <a:spcPct val="130000"/>
              </a:lnSpc>
            </a:pPr>
            <a:r>
              <a:rPr lang="en-US" sz="1150" b="0" i="0">
                <a:solidFill>
                  <a:srgbClr val="FF6B6B"/>
                </a:solidFill>
                <a:latin typeface="Courier New"/>
                <a:cs typeface="Courier New"/>
              </a:rPr>
              <a:t>→ 3 commits found (exposed)</a:t>
            </a:r>
          </a:p>
          <a:p>
            <a:pPr algn="l">
              <a:spcBef>
                <a:spcPts val="50"/>
              </a:spcBef>
            </a:pPr>
            <a:endParaRPr sz="500"/>
          </a:p>
          <a:p>
            <a:pPr algn="l">
              <a:lnSpc>
                <a:spcPct val="130000"/>
              </a:lnSpc>
            </a:pPr>
            <a:r>
              <a:rPr lang="en-US" sz="1150" b="0" i="0">
                <a:solidFill>
                  <a:srgbClr val="9AA0B4"/>
                </a:solidFill>
                <a:latin typeface="Courier New"/>
                <a:cs typeface="Courier New"/>
              </a:rPr>
              <a:t>$ git filter-repo --path .env --invert-paths</a:t>
            </a:r>
          </a:p>
          <a:p>
            <a:pPr algn="l">
              <a:lnSpc>
                <a:spcPct val="130000"/>
              </a:lnSpc>
            </a:pPr>
            <a:r>
              <a:rPr lang="en-US" sz="1150" b="0" i="0">
                <a:solidFill>
                  <a:srgbClr val="5FD97A"/>
                </a:solidFill>
                <a:latin typeface="Courier New"/>
                <a:cs typeface="Courier New"/>
              </a:rPr>
              <a:t>→ 60 commits parsed, history rewritten</a:t>
            </a:r>
          </a:p>
          <a:p>
            <a:pPr algn="l">
              <a:spcBef>
                <a:spcPts val="50"/>
              </a:spcBef>
            </a:pPr>
            <a:endParaRPr sz="500"/>
          </a:p>
          <a:p>
            <a:pPr algn="l">
              <a:lnSpc>
                <a:spcPct val="130000"/>
              </a:lnSpc>
            </a:pPr>
            <a:r>
              <a:rPr lang="en-US" sz="1150" b="0" i="0">
                <a:solidFill>
                  <a:srgbClr val="9AA0B4"/>
                </a:solidFill>
                <a:latin typeface="Courier New"/>
                <a:cs typeface="Courier New"/>
              </a:rPr>
              <a:t>$ git push origin --force --all</a:t>
            </a:r>
          </a:p>
          <a:p>
            <a:pPr algn="l">
              <a:lnSpc>
                <a:spcPct val="130000"/>
              </a:lnSpc>
            </a:pPr>
            <a:r>
              <a:rPr lang="en-US" sz="1150" b="0" i="0">
                <a:solidFill>
                  <a:srgbClr val="5FD97A"/>
                </a:solidFill>
                <a:latin typeface="Courier New"/>
                <a:cs typeface="Courier New"/>
              </a:rPr>
              <a:t>→ cleaned history pushed to GitHub</a:t>
            </a:r>
          </a:p>
          <a:p>
            <a:pPr algn="l">
              <a:spcBef>
                <a:spcPts val="50"/>
              </a:spcBef>
            </a:pPr>
            <a:endParaRPr sz="500"/>
          </a:p>
          <a:p>
            <a:pPr algn="l">
              <a:lnSpc>
                <a:spcPct val="130000"/>
              </a:lnSpc>
            </a:pPr>
            <a:r>
              <a:rPr lang="en-US" sz="1150" b="0" i="0">
                <a:solidFill>
                  <a:srgbClr val="9AA0B4"/>
                </a:solidFill>
                <a:latin typeface="Courier New"/>
                <a:cs typeface="Courier New"/>
              </a:rPr>
              <a:t>$ git log origin/main --oneline -- .env</a:t>
            </a:r>
          </a:p>
          <a:p>
            <a:pPr algn="l">
              <a:lnSpc>
                <a:spcPct val="130000"/>
              </a:lnSpc>
            </a:pPr>
            <a:r>
              <a:rPr lang="en-US" sz="1150" b="1" i="0">
                <a:solidFill>
                  <a:srgbClr val="5FD97A"/>
                </a:solidFill>
                <a:latin typeface="Courier New"/>
                <a:cs typeface="Courier New"/>
              </a:rPr>
              <a:t>→ (empty) — verified clean</a:t>
            </a:r>
          </a:p>
        </p:txBody>
      </p:sp>
      <p:sp>
        <p:nvSpPr>
          <p:cNvPr id="24" name="BodyHeading">
            <a:extLst>
              <a:ext uri="{FF2B5EF4-FFF2-40B4-BE49-F238E27FC236}">
                <a16:creationId xmlns:a16="http://schemas.microsoft.com/office/drawing/2014/main" id="{0064EE80-291D-7684-C8B5-8EF07B54CACD}"/>
              </a:ext>
            </a:extLst>
          </p:cNvPr>
          <p:cNvSpPr txBox="1"/>
          <p:nvPr/>
        </p:nvSpPr>
        <p:spPr>
          <a:xfrm>
            <a:off x="6089904" y="4774589"/>
            <a:ext cx="5577840" cy="307777"/>
          </a:xfrm>
          <a:prstGeom prst="rect">
            <a:avLst/>
          </a:prstGeom>
          <a:noFill/>
        </p:spPr>
        <p:txBody>
          <a:bodyPr wrap="square" lIns="0" tIns="0" rIns="0" bIns="0" anchor="t">
            <a:spAutoFit/>
          </a:bodyPr>
          <a:lstStyle/>
          <a:p>
            <a:pPr algn="l"/>
            <a:r>
              <a:rPr lang="en-US" sz="2000" b="1" i="0">
                <a:solidFill>
                  <a:srgbClr val="27247B"/>
                </a:solidFill>
                <a:latin typeface="Segoe UI"/>
              </a:rPr>
              <a:t>The Fix</a:t>
            </a:r>
            <a:endParaRPr sz="2000" b="1" i="0">
              <a:solidFill>
                <a:srgbClr val="27247B"/>
              </a:solidFill>
              <a:latin typeface="Segoe UI"/>
            </a:endParaRPr>
          </a:p>
        </p:txBody>
      </p:sp>
      <p:sp>
        <p:nvSpPr>
          <p:cNvPr id="26" name="BodyPara">
            <a:extLst>
              <a:ext uri="{FF2B5EF4-FFF2-40B4-BE49-F238E27FC236}">
                <a16:creationId xmlns:a16="http://schemas.microsoft.com/office/drawing/2014/main" id="{6F65E0D6-467C-3F75-380E-7DE9EAEB9E0F}"/>
              </a:ext>
            </a:extLst>
          </p:cNvPr>
          <p:cNvSpPr txBox="1"/>
          <p:nvPr/>
        </p:nvSpPr>
        <p:spPr>
          <a:xfrm>
            <a:off x="6089904" y="5112942"/>
            <a:ext cx="5577840" cy="210314"/>
          </a:xfrm>
          <a:prstGeom prst="rect">
            <a:avLst/>
          </a:prstGeom>
          <a:noFill/>
        </p:spPr>
        <p:txBody>
          <a:bodyPr wrap="square" lIns="0" tIns="0" rIns="0" bIns="0" anchor="t">
            <a:spAutoFit/>
          </a:bodyPr>
          <a:lstStyle/>
          <a:p>
            <a:pPr>
              <a:lnSpc>
                <a:spcPct val="115000"/>
              </a:lnSpc>
            </a:pPr>
            <a:r>
              <a:rPr lang="en-US" sz="1300">
                <a:solidFill>
                  <a:srgbClr val="2D2D3A"/>
                </a:solidFill>
                <a:latin typeface="Segoe UI"/>
              </a:rPr>
              <a:t>Rotated all credentials, purged .env from git history via git-filter-repo, and force-pushed the cleaned history. Verified Working.</a:t>
            </a:r>
            <a:endParaRPr lang="en-US" sz="1300" b="0" i="0">
              <a:solidFill>
                <a:srgbClr val="2D2D3A"/>
              </a:solidFill>
              <a:latin typeface="Segoe UI"/>
              <a:cs typeface="Segoe UI"/>
            </a:endParaRPr>
          </a:p>
        </p:txBody>
      </p:sp>
      <p:sp>
        <p:nvSpPr>
          <p:cNvPr id="28" name="StepNum_0">
            <a:extLst>
              <a:ext uri="{FF2B5EF4-FFF2-40B4-BE49-F238E27FC236}">
                <a16:creationId xmlns:a16="http://schemas.microsoft.com/office/drawing/2014/main" id="{A0E9F1B9-007B-460C-3CC3-59B45FE81A56}"/>
              </a:ext>
            </a:extLst>
          </p:cNvPr>
          <p:cNvSpPr txBox="1"/>
          <p:nvPr/>
        </p:nvSpPr>
        <p:spPr>
          <a:xfrm>
            <a:off x="10886439" y="459488"/>
            <a:ext cx="640080" cy="276999"/>
          </a:xfrm>
          <a:prstGeom prst="rect">
            <a:avLst/>
          </a:prstGeom>
          <a:noFill/>
        </p:spPr>
        <p:txBody>
          <a:bodyPr wrap="square" lIns="0" tIns="0" rIns="0" bIns="0" anchor="ctr">
            <a:spAutoFit/>
          </a:bodyPr>
          <a:lstStyle/>
          <a:p>
            <a:pPr algn="ctr"/>
            <a:r>
              <a:rPr lang="en-US" b="1">
                <a:solidFill>
                  <a:srgbClr val="27247B"/>
                </a:solidFill>
                <a:latin typeface="Segoe UI"/>
              </a:rPr>
              <a:t>04</a:t>
            </a:r>
            <a:endParaRPr lang="en-US" sz="1800" b="1" i="0">
              <a:solidFill>
                <a:srgbClr val="27247B"/>
              </a:solidFill>
              <a:latin typeface="Segoe UI"/>
              <a:cs typeface="Segoe UI"/>
            </a:endParaRPr>
          </a:p>
        </p:txBody>
      </p:sp>
    </p:spTree>
    <p:extLst>
      <p:ext uri="{BB962C8B-B14F-4D97-AF65-F5344CB8AC3E}">
        <p14:creationId xmlns:p14="http://schemas.microsoft.com/office/powerpoint/2010/main" val="278094894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1091</Words>
  <Application>Microsoft Office PowerPoint</Application>
  <PresentationFormat>Widescreen</PresentationFormat>
  <Paragraphs>203</Paragraphs>
  <Slides>27</Slides>
  <Notes>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27</vt:i4>
      </vt:variant>
    </vt:vector>
  </HeadingPairs>
  <TitlesOfParts>
    <vt:vector size="32" baseType="lpstr">
      <vt:lpstr>Aptos</vt:lpstr>
      <vt:lpstr>Arial</vt:lpstr>
      <vt:lpstr>Calibri</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dary wishal</dc:creator>
  <cp:keywords/>
  <dc:description>generated using python-pptx</dc:description>
  <cp:lastModifiedBy>dary wishal</cp:lastModifiedBy>
  <cp:revision>1</cp:revision>
  <dcterms:created xsi:type="dcterms:W3CDTF">2013-01-27T09:14:16Z</dcterms:created>
  <dcterms:modified xsi:type="dcterms:W3CDTF">2026-07-23T14:51:50Z</dcterms:modified>
  <cp:category/>
</cp:coreProperties>
</file>